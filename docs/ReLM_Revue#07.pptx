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3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media/image2.png" ContentType="image/png"/>
  <Override PartName="/ppt/media/image1.png" ContentType="image/png"/>
  <Override PartName="/ppt/media/image4.png" ContentType="image/png"/>
  <Override PartName="/ppt/media/image3.png" ContentType="image/png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theme/theme14.xml" ContentType="application/vnd.openxmlformats-officedocument.them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5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1.xml.rels" ContentType="application/vnd.openxmlformats-package.relationships+xml"/>
  <Override PartName="/ppt/notesSlides/notesSlide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2.xml.rels" ContentType="application/vnd.openxmlformats-package.relationships+xml"/>
  <Override PartName="/ppt/slides/_rels/slide11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4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defTabSz="914400">
              <a:lnSpc>
                <a:spcPct val="98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</a:rPr>
              <a:t>Cliquez pour déplacer la diapo</a:t>
            </a:r>
            <a:endParaRPr lang="en-US" sz="3200" b="1" u="none" strike="noStrike">
              <a:solidFill>
                <a:srgbClr val="FFFFFF"/>
              </a:solidFill>
              <a:effectLst/>
              <a:uFillTx/>
              <a:latin typeface="Cambria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lnSpc>
                <a:spcPct val="102000"/>
              </a:lnSpc>
              <a:buNone/>
            </a:pPr>
            <a:r>
              <a:rPr lang="fr-FR" sz="2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Cliquez pour modifier le format des notes</a:t>
            </a:r>
            <a:endParaRPr lang="fr-FR" sz="20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lnSpc>
                <a:spcPct val="102000"/>
              </a:lnSpc>
              <a:buNone/>
            </a:pPr>
            <a:r>
              <a:rPr lang="fr-FR" sz="14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&lt;en-tête&gt;</a:t>
            </a:r>
            <a:endParaRPr lang="fr-FR" sz="14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147" name="PlaceHolder 4"/>
          <p:cNvSpPr>
            <a:spLocks noGrp="1"/>
          </p:cNvSpPr>
          <p:nvPr>
            <p:ph type="dt" idx="10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2000"/>
              </a:lnSpc>
              <a:buNone/>
              <a:defRPr lang="fr-FR" sz="1400" b="0" u="none" strike="noStrike">
                <a:solidFill>
                  <a:srgbClr val="FFFFFF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2000"/>
              </a:lnSpc>
              <a:buNone/>
            </a:pPr>
            <a:r>
              <a:rPr lang="fr-FR" sz="14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&lt;date/heure&gt;</a:t>
            </a:r>
            <a:endParaRPr lang="fr-FR" sz="14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148" name="PlaceHolder 5"/>
          <p:cNvSpPr>
            <a:spLocks noGrp="1"/>
          </p:cNvSpPr>
          <p:nvPr>
            <p:ph type="ftr" idx="11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lnSpc>
                <a:spcPct val="102000"/>
              </a:lnSpc>
              <a:buNone/>
              <a:defRPr lang="fr-FR" sz="1400" b="0" u="none" strike="noStrike">
                <a:solidFill>
                  <a:srgbClr val="FFFFFF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2000"/>
              </a:lnSpc>
              <a:buNone/>
            </a:pPr>
            <a:r>
              <a:rPr lang="fr-FR" sz="14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&lt;pied de page&gt;</a:t>
            </a:r>
            <a:endParaRPr lang="fr-FR" sz="14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149" name="PlaceHolder 6"/>
          <p:cNvSpPr>
            <a:spLocks noGrp="1"/>
          </p:cNvSpPr>
          <p:nvPr>
            <p:ph type="sldNum" idx="12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2000"/>
              </a:lnSpc>
              <a:buNone/>
              <a:defRPr lang="fr-FR" sz="1400" b="0" u="none" strike="noStrike">
                <a:solidFill>
                  <a:srgbClr val="FFFFFF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2000"/>
              </a:lnSpc>
              <a:buNone/>
            </a:pPr>
            <a:fld id="{46C4E54E-1DF3-4439-BF87-D51D50AF6A29}" type="slidenum">
              <a:rPr lang="fr-FR" sz="14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&lt;numéro&gt;</a:t>
            </a:fld>
            <a:endParaRPr lang="fr-FR" sz="14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sldImg"/>
          </p:nvPr>
        </p:nvSpPr>
        <p:spPr>
          <a:xfrm>
            <a:off x="0" y="962640"/>
            <a:ext cx="5143320" cy="2892960"/>
          </a:xfrm>
          <a:prstGeom prst="rect">
            <a:avLst/>
          </a:prstGeom>
          <a:ln w="0">
            <a:noFill/>
          </a:ln>
        </p:spPr>
      </p:sp>
      <p:sp>
        <p:nvSpPr>
          <p:cNvPr id="23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233" name="PlaceHolder 3"/>
          <p:cNvSpPr>
            <a:spLocks noGrp="1"/>
          </p:cNvSpPr>
          <p:nvPr>
            <p:ph type="sldNum" idx="2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022BF400-6F8C-4026-BBBD-4C6A8033B8A3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lang="fr-FR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sldImg"/>
          </p:nvPr>
        </p:nvSpPr>
        <p:spPr>
          <a:xfrm>
            <a:off x="0" y="962640"/>
            <a:ext cx="5143320" cy="2892960"/>
          </a:xfrm>
          <a:prstGeom prst="rect">
            <a:avLst/>
          </a:prstGeom>
          <a:ln w="0">
            <a:noFill/>
          </a:ln>
        </p:spPr>
      </p:sp>
      <p:sp>
        <p:nvSpPr>
          <p:cNvPr id="23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36" name="PlaceHolder 3"/>
          <p:cNvSpPr>
            <a:spLocks noGrp="1"/>
          </p:cNvSpPr>
          <p:nvPr>
            <p:ph type="sldNum" idx="2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372F1CFA-B6DF-4DD0-8338-65AEDB2A4A6B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lang="fr-FR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sldImg"/>
          </p:nvPr>
        </p:nvSpPr>
        <p:spPr>
          <a:xfrm>
            <a:off x="0" y="962640"/>
            <a:ext cx="5143320" cy="2892960"/>
          </a:xfrm>
          <a:prstGeom prst="rect">
            <a:avLst/>
          </a:prstGeom>
          <a:ln w="0">
            <a:noFill/>
          </a:ln>
        </p:spPr>
      </p:sp>
      <p:sp>
        <p:nvSpPr>
          <p:cNvPr id="23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239" name="PlaceHolder 3"/>
          <p:cNvSpPr>
            <a:spLocks noGrp="1"/>
          </p:cNvSpPr>
          <p:nvPr>
            <p:ph type="sldNum" idx="2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138A4DF0-950E-4D3F-9BEE-4E5EC2A7AB2F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lang="fr-FR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/>
          </p:cNvSpPr>
          <p:nvPr>
            <p:ph type="sldImg"/>
          </p:nvPr>
        </p:nvSpPr>
        <p:spPr>
          <a:xfrm>
            <a:off x="0" y="962640"/>
            <a:ext cx="5143320" cy="2892960"/>
          </a:xfrm>
          <a:prstGeom prst="rect">
            <a:avLst/>
          </a:prstGeom>
          <a:ln w="0">
            <a:noFill/>
          </a:ln>
        </p:spPr>
      </p:sp>
      <p:sp>
        <p:nvSpPr>
          <p:cNvPr id="24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42" name="PlaceHolder 3"/>
          <p:cNvSpPr>
            <a:spLocks noGrp="1"/>
          </p:cNvSpPr>
          <p:nvPr>
            <p:ph type="sldNum" idx="2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1254FA30-B19C-4C2E-AB37-8FA0C6BAD15C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lang="fr-FR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/>
          </p:cNvSpPr>
          <p:nvPr>
            <p:ph type="sldImg"/>
          </p:nvPr>
        </p:nvSpPr>
        <p:spPr>
          <a:xfrm>
            <a:off x="0" y="962640"/>
            <a:ext cx="5143320" cy="2892960"/>
          </a:xfrm>
          <a:prstGeom prst="rect">
            <a:avLst/>
          </a:prstGeom>
          <a:ln w="0">
            <a:noFill/>
          </a:ln>
        </p:spPr>
      </p:sp>
      <p:sp>
        <p:nvSpPr>
          <p:cNvPr id="24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45" name="PlaceHolder 3"/>
          <p:cNvSpPr>
            <a:spLocks noGrp="1"/>
          </p:cNvSpPr>
          <p:nvPr>
            <p:ph type="sldNum" idx="2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64EE956C-68BC-4665-B5CA-C03827343C4B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lang="fr-FR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 type="sldImg"/>
          </p:nvPr>
        </p:nvSpPr>
        <p:spPr>
          <a:xfrm>
            <a:off x="0" y="962640"/>
            <a:ext cx="5143320" cy="2892960"/>
          </a:xfrm>
          <a:prstGeom prst="rect">
            <a:avLst/>
          </a:prstGeom>
          <a:ln w="0">
            <a:noFill/>
          </a:ln>
        </p:spPr>
      </p:sp>
      <p:sp>
        <p:nvSpPr>
          <p:cNvPr id="24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48" name="PlaceHolder 3"/>
          <p:cNvSpPr>
            <a:spLocks noGrp="1"/>
          </p:cNvSpPr>
          <p:nvPr>
            <p:ph type="sldNum" idx="2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676ECCD7-158C-4A6B-A6AC-0D25116E0508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lang="fr-FR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PlaceHolder 1"/>
          <p:cNvSpPr>
            <a:spLocks noGrp="1"/>
          </p:cNvSpPr>
          <p:nvPr>
            <p:ph type="sldImg"/>
          </p:nvPr>
        </p:nvSpPr>
        <p:spPr>
          <a:xfrm>
            <a:off x="0" y="962640"/>
            <a:ext cx="5143320" cy="2892960"/>
          </a:xfrm>
          <a:prstGeom prst="rect">
            <a:avLst/>
          </a:prstGeom>
          <a:ln w="0">
            <a:noFill/>
          </a:ln>
        </p:spPr>
      </p:sp>
      <p:sp>
        <p:nvSpPr>
          <p:cNvPr id="25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51" name="PlaceHolder 3"/>
          <p:cNvSpPr>
            <a:spLocks noGrp="1"/>
          </p:cNvSpPr>
          <p:nvPr>
            <p:ph type="sldNum" idx="2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B070E853-B616-4BE4-B108-CF18980137DE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lang="fr-FR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/>
          </p:cNvSpPr>
          <p:nvPr>
            <p:ph type="sldImg"/>
          </p:nvPr>
        </p:nvSpPr>
        <p:spPr>
          <a:xfrm>
            <a:off x="0" y="962640"/>
            <a:ext cx="5143320" cy="2892960"/>
          </a:xfrm>
          <a:prstGeom prst="rect">
            <a:avLst/>
          </a:prstGeom>
          <a:ln w="0">
            <a:noFill/>
          </a:ln>
        </p:spPr>
      </p:sp>
      <p:sp>
        <p:nvSpPr>
          <p:cNvPr id="25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54" name="PlaceHolder 3"/>
          <p:cNvSpPr>
            <a:spLocks noGrp="1"/>
          </p:cNvSpPr>
          <p:nvPr>
            <p:ph type="sldNum" idx="2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F5E42392-2C66-4DD2-9325-43C1A4BB8263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lang="fr-FR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/>
          </p:cNvSpPr>
          <p:nvPr>
            <p:ph type="sldImg"/>
          </p:nvPr>
        </p:nvSpPr>
        <p:spPr>
          <a:xfrm>
            <a:off x="0" y="962640"/>
            <a:ext cx="5143320" cy="2892960"/>
          </a:xfrm>
          <a:prstGeom prst="rect">
            <a:avLst/>
          </a:prstGeom>
          <a:ln w="0">
            <a:noFill/>
          </a:ln>
        </p:spPr>
      </p:sp>
      <p:sp>
        <p:nvSpPr>
          <p:cNvPr id="25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57" name="PlaceHolder 3"/>
          <p:cNvSpPr>
            <a:spLocks noGrp="1"/>
          </p:cNvSpPr>
          <p:nvPr>
            <p:ph type="sldNum" idx="3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24A70B60-2C1A-4FC2-B399-998177A684FC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lang="fr-FR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sldImg"/>
          </p:nvPr>
        </p:nvSpPr>
        <p:spPr>
          <a:xfrm>
            <a:off x="0" y="962640"/>
            <a:ext cx="5143320" cy="2892960"/>
          </a:xfrm>
          <a:prstGeom prst="rect">
            <a:avLst/>
          </a:prstGeom>
          <a:ln w="0">
            <a:noFill/>
          </a:ln>
        </p:spPr>
      </p:sp>
      <p:sp>
        <p:nvSpPr>
          <p:cNvPr id="25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60" name="PlaceHolder 3"/>
          <p:cNvSpPr>
            <a:spLocks noGrp="1"/>
          </p:cNvSpPr>
          <p:nvPr>
            <p:ph type="sldNum" idx="3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C413F97E-DD53-4DC3-9BC8-8281250C60BB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lang="fr-FR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/>
          </p:cNvSpPr>
          <p:nvPr>
            <p:ph type="sldImg"/>
          </p:nvPr>
        </p:nvSpPr>
        <p:spPr>
          <a:xfrm>
            <a:off x="0" y="962640"/>
            <a:ext cx="5143320" cy="2892960"/>
          </a:xfrm>
          <a:prstGeom prst="rect">
            <a:avLst/>
          </a:prstGeom>
          <a:ln w="0">
            <a:noFill/>
          </a:ln>
        </p:spPr>
      </p:sp>
      <p:sp>
        <p:nvSpPr>
          <p:cNvPr id="2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63" name="PlaceHolder 3"/>
          <p:cNvSpPr>
            <a:spLocks noGrp="1"/>
          </p:cNvSpPr>
          <p:nvPr>
            <p:ph type="sldNum" idx="3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CEEC9805-62A5-431F-9A9A-99AC1A47B60D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lang="fr-FR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/>
          </p:cNvSpPr>
          <p:nvPr>
            <p:ph type="sldImg"/>
          </p:nvPr>
        </p:nvSpPr>
        <p:spPr>
          <a:xfrm>
            <a:off x="0" y="962640"/>
            <a:ext cx="5143320" cy="2892960"/>
          </a:xfrm>
          <a:prstGeom prst="rect">
            <a:avLst/>
          </a:prstGeom>
          <a:ln w="0">
            <a:noFill/>
          </a:ln>
        </p:spPr>
      </p:sp>
      <p:sp>
        <p:nvSpPr>
          <p:cNvPr id="26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266" name="PlaceHolder 3"/>
          <p:cNvSpPr>
            <a:spLocks noGrp="1"/>
          </p:cNvSpPr>
          <p:nvPr>
            <p:ph type="sldNum" idx="3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893744A3-DAAC-4BC9-BD63-FCC3D485F831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lang="fr-FR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1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1.png"/><Relationship Id="rId5" Type="http://schemas.openxmlformats.org/officeDocument/2006/relationships/image" Target="../media/image1.png"/><Relationship Id="rId6" Type="http://schemas.openxmlformats.org/officeDocument/2006/relationships/image" Target="../media/image1.png"/><Relationship Id="rId7" Type="http://schemas.openxmlformats.org/officeDocument/2006/relationships/image" Target="../media/image1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4.pn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9_FICHE_AC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0"/>
            <a:ext cx="3657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B6B70"/>
                </a:solidFill>
                <a:effectLst/>
                <a:uFillTx/>
                <a:latin typeface="Calibri"/>
                <a:ea typeface="Calibri"/>
              </a:rPr>
              <a:t>Service ReLM · INIST-CNRS · Revue interne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title" hasCustomPrompt="1"/>
          </p:nvPr>
        </p:nvSpPr>
        <p:spPr>
          <a:xfrm>
            <a:off x="548640" y="365760"/>
            <a:ext cx="8046360" cy="548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2800" b="1" u="none" strike="noStrike">
                <a:solidFill>
                  <a:srgbClr val="12343B"/>
                </a:solidFill>
                <a:effectLst/>
                <a:uFillTx/>
                <a:latin typeface="Cambria"/>
                <a:ea typeface="Cambri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1" u="none" strike="noStrike">
                <a:solidFill>
                  <a:srgbClr val="12343B"/>
                </a:solidFill>
                <a:effectLst/>
                <a:uFillTx/>
                <a:latin typeface="Cambria"/>
                <a:ea typeface="Cambria"/>
              </a:rPr>
              <a:t>Nom de l’action</a:t>
            </a:r>
            <a:endParaRPr lang="en-US" sz="2800" b="1" u="none" strike="noStrike">
              <a:solidFill>
                <a:srgbClr val="12343B"/>
              </a:solidFill>
              <a:effectLst/>
              <a:uFillTx/>
              <a:latin typeface="Cambria"/>
            </a:endParaRPr>
          </a:p>
        </p:txBody>
      </p:sp>
      <p:sp>
        <p:nvSpPr>
          <p:cNvPr id="4" name="Shape 1"/>
          <p:cNvSpPr/>
          <p:nvPr/>
        </p:nvSpPr>
        <p:spPr>
          <a:xfrm>
            <a:off x="548640" y="1188720"/>
            <a:ext cx="3291480" cy="3337200"/>
          </a:xfrm>
          <a:prstGeom prst="rect">
            <a:avLst/>
          </a:prstGeom>
          <a:solidFill>
            <a:srgbClr val="E4F0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" name="Text 2"/>
          <p:cNvSpPr/>
          <p:nvPr/>
        </p:nvSpPr>
        <p:spPr>
          <a:xfrm>
            <a:off x="777240" y="1371600"/>
            <a:ext cx="2834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99" strike="noStrike">
                <a:solidFill>
                  <a:srgbClr val="2F7F86"/>
                </a:solidFill>
                <a:effectLst/>
                <a:uFillTx/>
                <a:latin typeface="Calibri"/>
                <a:ea typeface="Calibri"/>
              </a:rPr>
              <a:t>OBJECTIF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" name="Text 3"/>
          <p:cNvSpPr/>
          <p:nvPr/>
        </p:nvSpPr>
        <p:spPr>
          <a:xfrm>
            <a:off x="777240" y="2148840"/>
            <a:ext cx="2834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99" strike="noStrike">
                <a:solidFill>
                  <a:srgbClr val="2F7F86"/>
                </a:solidFill>
                <a:effectLst/>
                <a:uFillTx/>
                <a:latin typeface="Calibri"/>
                <a:ea typeface="Calibri"/>
              </a:rPr>
              <a:t>RESPONSABLE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7" name="Text 4"/>
          <p:cNvSpPr/>
          <p:nvPr/>
        </p:nvSpPr>
        <p:spPr>
          <a:xfrm>
            <a:off x="777240" y="2926080"/>
            <a:ext cx="2834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99" strike="noStrike">
                <a:solidFill>
                  <a:srgbClr val="2F7F86"/>
                </a:solidFill>
                <a:effectLst/>
                <a:uFillTx/>
                <a:latin typeface="Calibri"/>
                <a:ea typeface="Calibri"/>
              </a:rPr>
              <a:t>ÉCHÉANCE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8" name="Text 5"/>
          <p:cNvSpPr/>
          <p:nvPr/>
        </p:nvSpPr>
        <p:spPr>
          <a:xfrm>
            <a:off x="777240" y="3703320"/>
            <a:ext cx="2834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99" strike="noStrike">
                <a:solidFill>
                  <a:srgbClr val="2F7F86"/>
                </a:solidFill>
                <a:effectLst/>
                <a:uFillTx/>
                <a:latin typeface="Calibri"/>
                <a:ea typeface="Calibri"/>
              </a:rPr>
              <a:t>STATUT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 hasCustomPrompt="1"/>
          </p:nvPr>
        </p:nvSpPr>
        <p:spPr>
          <a:xfrm>
            <a:off x="777240" y="1600200"/>
            <a:ext cx="2834280" cy="456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41"/>
              </a:spcBef>
              <a:buNone/>
              <a:tabLst>
                <a:tab pos="0" algn="l"/>
              </a:tabLst>
              <a:defRPr lang="en-US" sz="1200" b="0" u="none" strike="noStrike">
                <a:solidFill>
                  <a:srgbClr val="1F2A2E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41"/>
              </a:spcBef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1F2A2E"/>
                </a:solidFill>
                <a:effectLst/>
                <a:uFillTx/>
                <a:latin typeface="Calibri"/>
                <a:ea typeface="Calibri"/>
              </a:rPr>
              <a:t>…</a:t>
            </a:r>
            <a:endParaRPr lang="en-US" sz="1200" b="0" u="none" strike="noStrike">
              <a:solidFill>
                <a:srgbClr val="1F2A2E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 hasCustomPrompt="1"/>
          </p:nvPr>
        </p:nvSpPr>
        <p:spPr>
          <a:xfrm>
            <a:off x="777240" y="2377440"/>
            <a:ext cx="2834280" cy="456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41"/>
              </a:spcBef>
              <a:buNone/>
              <a:tabLst>
                <a:tab pos="0" algn="l"/>
              </a:tabLst>
              <a:defRPr lang="en-US" sz="1200" b="0" u="none" strike="noStrike">
                <a:solidFill>
                  <a:srgbClr val="1F2A2E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41"/>
              </a:spcBef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1F2A2E"/>
                </a:solidFill>
                <a:effectLst/>
                <a:uFillTx/>
                <a:latin typeface="Calibri"/>
                <a:ea typeface="Calibri"/>
              </a:rPr>
              <a:t>…</a:t>
            </a:r>
            <a:endParaRPr lang="en-US" sz="1200" b="0" u="none" strike="noStrike">
              <a:solidFill>
                <a:srgbClr val="1F2A2E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body" hasCustomPrompt="1"/>
          </p:nvPr>
        </p:nvSpPr>
        <p:spPr>
          <a:xfrm>
            <a:off x="777240" y="3154680"/>
            <a:ext cx="2834280" cy="456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41"/>
              </a:spcBef>
              <a:buNone/>
              <a:tabLst>
                <a:tab pos="0" algn="l"/>
              </a:tabLst>
              <a:defRPr lang="en-US" sz="1200" b="0" u="none" strike="noStrike">
                <a:solidFill>
                  <a:srgbClr val="1F2A2E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41"/>
              </a:spcBef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1F2A2E"/>
                </a:solidFill>
                <a:effectLst/>
                <a:uFillTx/>
                <a:latin typeface="Calibri"/>
                <a:ea typeface="Calibri"/>
              </a:rPr>
              <a:t>…</a:t>
            </a:r>
            <a:endParaRPr lang="en-US" sz="1200" b="0" u="none" strike="noStrike">
              <a:solidFill>
                <a:srgbClr val="1F2A2E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body" hasCustomPrompt="1"/>
          </p:nvPr>
        </p:nvSpPr>
        <p:spPr>
          <a:xfrm>
            <a:off x="777240" y="3931920"/>
            <a:ext cx="2834280" cy="456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41"/>
              </a:spcBef>
              <a:buNone/>
              <a:tabLst>
                <a:tab pos="0" algn="l"/>
              </a:tabLst>
              <a:defRPr lang="en-US" sz="1200" b="1" u="none" strike="noStrike">
                <a:solidFill>
                  <a:srgbClr val="D98E0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41"/>
              </a:spcBef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rgbClr val="D98E04"/>
                </a:solidFill>
                <a:effectLst/>
                <a:uFillTx/>
                <a:latin typeface="Calibri"/>
                <a:ea typeface="Calibri"/>
              </a:rPr>
              <a:t>…</a:t>
            </a:r>
            <a:endParaRPr lang="en-US" sz="1200" b="0" u="none" strike="noStrike">
              <a:solidFill>
                <a:srgbClr val="1F2A2E"/>
              </a:solidFill>
              <a:effectLst/>
              <a:uFillTx/>
              <a:latin typeface="Calibri"/>
            </a:endParaRPr>
          </a:p>
        </p:txBody>
      </p:sp>
      <p:sp>
        <p:nvSpPr>
          <p:cNvPr id="13" name="Text 6"/>
          <p:cNvSpPr/>
          <p:nvPr/>
        </p:nvSpPr>
        <p:spPr>
          <a:xfrm>
            <a:off x="4206240" y="1234440"/>
            <a:ext cx="4388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2343B"/>
                </a:solidFill>
                <a:effectLst/>
                <a:uFillTx/>
                <a:latin typeface="Cambria"/>
                <a:ea typeface="Cambria"/>
              </a:rPr>
              <a:t>Réalisations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6"/>
          <p:cNvSpPr>
            <a:spLocks noGrp="1"/>
          </p:cNvSpPr>
          <p:nvPr>
            <p:ph type="body" hasCustomPrompt="1"/>
          </p:nvPr>
        </p:nvSpPr>
        <p:spPr>
          <a:xfrm>
            <a:off x="4206240" y="1600200"/>
            <a:ext cx="4388760" cy="1234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61"/>
              </a:spcBef>
              <a:buNone/>
              <a:tabLst>
                <a:tab pos="0" algn="l"/>
              </a:tabLst>
              <a:defRPr lang="en-US" sz="1300" b="0" u="none" strike="noStrike">
                <a:solidFill>
                  <a:srgbClr val="1F2A2E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61"/>
              </a:spcBef>
              <a:buNone/>
              <a:tabLst>
                <a:tab pos="0" algn="l"/>
              </a:tabLst>
            </a:pPr>
            <a:r>
              <a:rPr lang="en-US" sz="1300" b="0" u="none" strike="noStrike">
                <a:solidFill>
                  <a:srgbClr val="1F2A2E"/>
                </a:solidFill>
                <a:effectLst/>
                <a:uFillTx/>
                <a:latin typeface="Calibri"/>
                <a:ea typeface="Calibri"/>
              </a:rPr>
              <a:t>Ce qui a été fait</a:t>
            </a:r>
            <a:endParaRPr lang="en-US" sz="1300" b="0" u="none" strike="noStrike">
              <a:solidFill>
                <a:srgbClr val="1F2A2E"/>
              </a:solidFill>
              <a:effectLst/>
              <a:uFillTx/>
              <a:latin typeface="Calibri"/>
            </a:endParaRPr>
          </a:p>
        </p:txBody>
      </p:sp>
      <p:sp>
        <p:nvSpPr>
          <p:cNvPr id="15" name="Text 7"/>
          <p:cNvSpPr/>
          <p:nvPr/>
        </p:nvSpPr>
        <p:spPr>
          <a:xfrm>
            <a:off x="4206240" y="2926080"/>
            <a:ext cx="4388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2343B"/>
                </a:solidFill>
                <a:effectLst/>
                <a:uFillTx/>
                <a:latin typeface="Cambria"/>
                <a:ea typeface="Cambria"/>
              </a:rPr>
              <a:t>Points d’attention et prochaines étapes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7"/>
          <p:cNvSpPr>
            <a:spLocks noGrp="1"/>
          </p:cNvSpPr>
          <p:nvPr>
            <p:ph type="body" hasCustomPrompt="1"/>
          </p:nvPr>
        </p:nvSpPr>
        <p:spPr>
          <a:xfrm>
            <a:off x="4206240" y="3291840"/>
            <a:ext cx="4388760" cy="1234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61"/>
              </a:spcBef>
              <a:buNone/>
              <a:tabLst>
                <a:tab pos="0" algn="l"/>
              </a:tabLst>
              <a:defRPr lang="en-US" sz="1300" b="0" u="none" strike="noStrike">
                <a:solidFill>
                  <a:srgbClr val="1F2A2E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61"/>
              </a:spcBef>
              <a:buNone/>
              <a:tabLst>
                <a:tab pos="0" algn="l"/>
              </a:tabLst>
            </a:pPr>
            <a:r>
              <a:rPr lang="en-US" sz="1300" b="0" u="none" strike="noStrike">
                <a:solidFill>
                  <a:srgbClr val="1F2A2E"/>
                </a:solidFill>
                <a:effectLst/>
                <a:uFillTx/>
                <a:latin typeface="Calibri"/>
                <a:ea typeface="Calibri"/>
              </a:rPr>
              <a:t>Ce qui reste à faire</a:t>
            </a:r>
            <a:endParaRPr lang="en-US" sz="1300" b="0" u="none" strike="noStrike">
              <a:solidFill>
                <a:srgbClr val="1F2A2E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8"/>
          <p:cNvSpPr>
            <a:spLocks noGrp="1"/>
          </p:cNvSpPr>
          <p:nvPr>
            <p:ph type="sldNum" idx="1"/>
          </p:nvPr>
        </p:nvSpPr>
        <p:spPr>
          <a:xfrm>
            <a:off x="8138160" y="4754880"/>
            <a:ext cx="45684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5B6B70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0CE8B65-08E3-4B9F-8BAD-20A1463BB20E}" type="slidenum">
              <a:rPr lang="en-US" sz="900" b="0" u="none" strike="noStrike">
                <a:solidFill>
                  <a:srgbClr val="5B6B70"/>
                </a:solidFill>
                <a:effectLst/>
                <a:uFillTx/>
                <a:latin typeface="Calibri"/>
                <a:ea typeface="Calibri"/>
              </a:rPr>
              <a:t>&lt;numéro&gt;</a:t>
            </a:fld>
            <a:endParaRPr lang="fr-FR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0_TABLEAU_SUIVI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0"/>
          <p:cNvSpPr/>
          <p:nvPr/>
        </p:nvSpPr>
        <p:spPr>
          <a:xfrm>
            <a:off x="548640" y="4754880"/>
            <a:ext cx="3657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B6B70"/>
                </a:solidFill>
                <a:effectLst/>
                <a:uFillTx/>
                <a:latin typeface="Calibri"/>
                <a:ea typeface="Calibri"/>
              </a:rPr>
              <a:t>Service ReLM · INIST-CNRS · Revue interne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1"/>
          <p:cNvSpPr>
            <a:spLocks noGrp="1"/>
          </p:cNvSpPr>
          <p:nvPr>
            <p:ph type="title" hasCustomPrompt="1"/>
          </p:nvPr>
        </p:nvSpPr>
        <p:spPr>
          <a:xfrm>
            <a:off x="548640" y="365760"/>
            <a:ext cx="8046360" cy="548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2800" b="1" u="none" strike="noStrike">
                <a:solidFill>
                  <a:srgbClr val="12343B"/>
                </a:solidFill>
                <a:effectLst/>
                <a:uFillTx/>
                <a:latin typeface="Cambria"/>
                <a:ea typeface="Cambri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1" u="none" strike="noStrike">
                <a:solidFill>
                  <a:srgbClr val="12343B"/>
                </a:solidFill>
                <a:effectLst/>
                <a:uFillTx/>
                <a:latin typeface="Cambria"/>
                <a:ea typeface="Cambria"/>
              </a:rPr>
              <a:t>Titre de la diapositive</a:t>
            </a:r>
            <a:endParaRPr lang="en-US" sz="2800" b="1" u="none" strike="noStrike">
              <a:solidFill>
                <a:srgbClr val="12343B"/>
              </a:solidFill>
              <a:effectLst/>
              <a:uFillTx/>
              <a:latin typeface="Cambri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 hasCustomPrompt="1"/>
          </p:nvPr>
        </p:nvSpPr>
        <p:spPr>
          <a:xfrm>
            <a:off x="548640" y="914400"/>
            <a:ext cx="8046360" cy="319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61"/>
              </a:spcBef>
              <a:buNone/>
              <a:tabLst>
                <a:tab pos="0" algn="l"/>
              </a:tabLst>
              <a:defRPr lang="en-US" sz="1300" b="0" i="1" u="none" strike="noStrike">
                <a:solidFill>
                  <a:srgbClr val="5B6B70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61"/>
              </a:spcBef>
              <a:buNone/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5B6B70"/>
                </a:solidFill>
                <a:effectLst/>
                <a:uFillTx/>
                <a:latin typeface="Calibri"/>
                <a:ea typeface="Calibri"/>
              </a:rPr>
              <a:t>Sous-titre ou message clé</a:t>
            </a:r>
            <a:endParaRPr lang="en-US" sz="1300" b="0" i="1" u="none" strike="noStrike">
              <a:solidFill>
                <a:srgbClr val="5B6B70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sldNum" idx="2"/>
          </p:nvPr>
        </p:nvSpPr>
        <p:spPr>
          <a:xfrm>
            <a:off x="8138160" y="4754880"/>
            <a:ext cx="45684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5B6B70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4D5AC05-D963-4BE4-8869-A2679B760DA7}" type="slidenum">
              <a:rPr lang="en-US" sz="900" b="0" u="none" strike="noStrike">
                <a:solidFill>
                  <a:srgbClr val="5B6B70"/>
                </a:solidFill>
                <a:effectLst/>
                <a:uFillTx/>
                <a:latin typeface="Calibri"/>
                <a:ea typeface="Calibri"/>
              </a:rPr>
              <a:t>&lt;numéro&gt;</a:t>
            </a:fld>
            <a:endParaRPr lang="fr-FR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1_JALON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0"/>
          <p:cNvSpPr/>
          <p:nvPr/>
        </p:nvSpPr>
        <p:spPr>
          <a:xfrm>
            <a:off x="548640" y="4754880"/>
            <a:ext cx="3657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B6B70"/>
                </a:solidFill>
                <a:effectLst/>
                <a:uFillTx/>
                <a:latin typeface="Calibri"/>
                <a:ea typeface="Calibri"/>
              </a:rPr>
              <a:t>Service ReLM · INIST-CNRS · Revue interne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1"/>
          <p:cNvSpPr>
            <a:spLocks noGrp="1"/>
          </p:cNvSpPr>
          <p:nvPr>
            <p:ph type="title" hasCustomPrompt="1"/>
          </p:nvPr>
        </p:nvSpPr>
        <p:spPr>
          <a:xfrm>
            <a:off x="548640" y="365760"/>
            <a:ext cx="8046360" cy="548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2800" b="1" u="none" strike="noStrike">
                <a:solidFill>
                  <a:srgbClr val="12343B"/>
                </a:solidFill>
                <a:effectLst/>
                <a:uFillTx/>
                <a:latin typeface="Cambria"/>
                <a:ea typeface="Cambri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1" u="none" strike="noStrike">
                <a:solidFill>
                  <a:srgbClr val="12343B"/>
                </a:solidFill>
                <a:effectLst/>
                <a:uFillTx/>
                <a:latin typeface="Cambria"/>
                <a:ea typeface="Cambria"/>
              </a:rPr>
              <a:t>Titre de la diapositive</a:t>
            </a:r>
            <a:endParaRPr lang="en-US" sz="2800" b="1" u="none" strike="noStrike">
              <a:solidFill>
                <a:srgbClr val="12343B"/>
              </a:solidFill>
              <a:effectLst/>
              <a:uFillTx/>
              <a:latin typeface="Cambri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 hasCustomPrompt="1"/>
          </p:nvPr>
        </p:nvSpPr>
        <p:spPr>
          <a:xfrm>
            <a:off x="548640" y="914400"/>
            <a:ext cx="8046360" cy="319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61"/>
              </a:spcBef>
              <a:buNone/>
              <a:tabLst>
                <a:tab pos="0" algn="l"/>
              </a:tabLst>
              <a:defRPr lang="en-US" sz="1300" b="0" i="1" u="none" strike="noStrike">
                <a:solidFill>
                  <a:srgbClr val="5B6B70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61"/>
              </a:spcBef>
              <a:buNone/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5B6B70"/>
                </a:solidFill>
                <a:effectLst/>
                <a:uFillTx/>
                <a:latin typeface="Calibri"/>
                <a:ea typeface="Calibri"/>
              </a:rPr>
              <a:t>Sous-titre ou message clé</a:t>
            </a:r>
            <a:endParaRPr lang="en-US" sz="1300" b="0" u="none" strike="noStrike">
              <a:solidFill>
                <a:srgbClr val="5B6B70"/>
              </a:solidFill>
              <a:effectLst/>
              <a:uFillTx/>
              <a:latin typeface="Calibri"/>
            </a:endParaRPr>
          </a:p>
        </p:txBody>
      </p:sp>
      <p:sp>
        <p:nvSpPr>
          <p:cNvPr id="25" name="Shape 1"/>
          <p:cNvSpPr/>
          <p:nvPr/>
        </p:nvSpPr>
        <p:spPr>
          <a:xfrm>
            <a:off x="1097280" y="2148840"/>
            <a:ext cx="6949440" cy="360"/>
          </a:xfrm>
          <a:prstGeom prst="line">
            <a:avLst/>
          </a:prstGeom>
          <a:ln w="25400">
            <a:solidFill>
              <a:srgbClr val="B9D3C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26" name="Image 0" descr="preencoded.png"/>
          <p:cNvPicPr/>
          <p:nvPr/>
        </p:nvPicPr>
        <p:blipFill>
          <a:blip r:embed="rId2"/>
          <a:stretch/>
        </p:blipFill>
        <p:spPr>
          <a:xfrm>
            <a:off x="868680" y="192024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" name="Image 1" descr="preencoded.png"/>
          <p:cNvPicPr/>
          <p:nvPr/>
        </p:nvPicPr>
        <p:blipFill>
          <a:blip r:embed="rId3"/>
          <a:stretch/>
        </p:blipFill>
        <p:spPr>
          <a:xfrm>
            <a:off x="2606040" y="192024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" name="Image 2" descr="preencoded.png"/>
          <p:cNvPicPr/>
          <p:nvPr/>
        </p:nvPicPr>
        <p:blipFill>
          <a:blip r:embed="rId4"/>
          <a:stretch/>
        </p:blipFill>
        <p:spPr>
          <a:xfrm>
            <a:off x="4343400" y="192024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" name="Image 3" descr="preencoded.png"/>
          <p:cNvPicPr/>
          <p:nvPr/>
        </p:nvPicPr>
        <p:blipFill>
          <a:blip r:embed="rId5"/>
          <a:stretch/>
        </p:blipFill>
        <p:spPr>
          <a:xfrm>
            <a:off x="6080760" y="192024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" name="Image 4" descr="preencoded.png"/>
          <p:cNvPicPr/>
          <p:nvPr/>
        </p:nvPicPr>
        <p:blipFill>
          <a:blip r:embed="rId6"/>
          <a:stretch/>
        </p:blipFill>
        <p:spPr>
          <a:xfrm>
            <a:off x="7818120" y="192024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" name="PlaceHolder 3"/>
          <p:cNvSpPr>
            <a:spLocks noGrp="1"/>
          </p:cNvSpPr>
          <p:nvPr>
            <p:ph type="body" hasCustomPrompt="1"/>
          </p:nvPr>
        </p:nvSpPr>
        <p:spPr>
          <a:xfrm>
            <a:off x="274320" y="2560320"/>
            <a:ext cx="164556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ctr" defTabSz="914400">
              <a:lnSpc>
                <a:spcPct val="100000"/>
              </a:lnSpc>
              <a:spcBef>
                <a:spcPts val="241"/>
              </a:spcBef>
              <a:buNone/>
              <a:tabLst>
                <a:tab pos="0" algn="l"/>
              </a:tabLst>
              <a:defRPr lang="en-US" sz="1200" b="1" u="none" strike="noStrike">
                <a:solidFill>
                  <a:srgbClr val="12343B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spcBef>
                <a:spcPts val="241"/>
              </a:spcBef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rgbClr val="12343B"/>
                </a:solidFill>
                <a:effectLst/>
                <a:uFillTx/>
                <a:latin typeface="Calibri"/>
                <a:ea typeface="Calibri"/>
              </a:rPr>
              <a:t>Date</a:t>
            </a:r>
            <a:endParaRPr lang="en-US" sz="1200" b="0" u="none" strike="noStrike">
              <a:solidFill>
                <a:srgbClr val="5B6B70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 hasCustomPrompt="1"/>
          </p:nvPr>
        </p:nvSpPr>
        <p:spPr>
          <a:xfrm>
            <a:off x="2011680" y="2560320"/>
            <a:ext cx="164556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ctr" defTabSz="914400">
              <a:lnSpc>
                <a:spcPct val="100000"/>
              </a:lnSpc>
              <a:spcBef>
                <a:spcPts val="241"/>
              </a:spcBef>
              <a:buNone/>
              <a:tabLst>
                <a:tab pos="0" algn="l"/>
              </a:tabLst>
              <a:defRPr lang="en-US" sz="1200" b="1" u="none" strike="noStrike">
                <a:solidFill>
                  <a:srgbClr val="12343B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spcBef>
                <a:spcPts val="241"/>
              </a:spcBef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rgbClr val="12343B"/>
                </a:solidFill>
                <a:effectLst/>
                <a:uFillTx/>
                <a:latin typeface="Calibri"/>
                <a:ea typeface="Calibri"/>
              </a:rPr>
              <a:t>Date</a:t>
            </a:r>
            <a:endParaRPr lang="en-US" sz="1200" b="0" u="none" strike="noStrike">
              <a:solidFill>
                <a:srgbClr val="5B6B70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 hasCustomPrompt="1"/>
          </p:nvPr>
        </p:nvSpPr>
        <p:spPr>
          <a:xfrm>
            <a:off x="3749040" y="2560320"/>
            <a:ext cx="164556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ctr" defTabSz="914400">
              <a:lnSpc>
                <a:spcPct val="100000"/>
              </a:lnSpc>
              <a:spcBef>
                <a:spcPts val="241"/>
              </a:spcBef>
              <a:buNone/>
              <a:tabLst>
                <a:tab pos="0" algn="l"/>
              </a:tabLst>
              <a:defRPr lang="en-US" sz="1200" b="1" u="none" strike="noStrike">
                <a:solidFill>
                  <a:srgbClr val="D98E0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spcBef>
                <a:spcPts val="241"/>
              </a:spcBef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rgbClr val="D98E04"/>
                </a:solidFill>
                <a:effectLst/>
                <a:uFillTx/>
                <a:latin typeface="Calibri"/>
                <a:ea typeface="Calibri"/>
              </a:rPr>
              <a:t>Date</a:t>
            </a:r>
            <a:endParaRPr lang="en-US" sz="1200" b="0" u="none" strike="noStrike">
              <a:solidFill>
                <a:srgbClr val="5B6B70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body" hasCustomPrompt="1"/>
          </p:nvPr>
        </p:nvSpPr>
        <p:spPr>
          <a:xfrm>
            <a:off x="5486400" y="2560320"/>
            <a:ext cx="164556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ctr" defTabSz="914400">
              <a:lnSpc>
                <a:spcPct val="100000"/>
              </a:lnSpc>
              <a:spcBef>
                <a:spcPts val="241"/>
              </a:spcBef>
              <a:buNone/>
              <a:tabLst>
                <a:tab pos="0" algn="l"/>
              </a:tabLst>
              <a:defRPr lang="en-US" sz="1200" b="1" u="none" strike="noStrike">
                <a:solidFill>
                  <a:srgbClr val="12343B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spcBef>
                <a:spcPts val="241"/>
              </a:spcBef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rgbClr val="12343B"/>
                </a:solidFill>
                <a:effectLst/>
                <a:uFillTx/>
                <a:latin typeface="Calibri"/>
                <a:ea typeface="Calibri"/>
              </a:rPr>
              <a:t>Date</a:t>
            </a:r>
            <a:endParaRPr lang="en-US" sz="1200" b="0" u="none" strike="noStrike">
              <a:solidFill>
                <a:srgbClr val="5B6B70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7"/>
          <p:cNvSpPr>
            <a:spLocks noGrp="1"/>
          </p:cNvSpPr>
          <p:nvPr>
            <p:ph type="body" hasCustomPrompt="1"/>
          </p:nvPr>
        </p:nvSpPr>
        <p:spPr>
          <a:xfrm>
            <a:off x="7223760" y="2560320"/>
            <a:ext cx="164556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ctr" defTabSz="914400">
              <a:lnSpc>
                <a:spcPct val="100000"/>
              </a:lnSpc>
              <a:spcBef>
                <a:spcPts val="241"/>
              </a:spcBef>
              <a:buNone/>
              <a:tabLst>
                <a:tab pos="0" algn="l"/>
              </a:tabLst>
              <a:defRPr lang="en-US" sz="1200" b="1" u="none" strike="noStrike">
                <a:solidFill>
                  <a:srgbClr val="12343B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spcBef>
                <a:spcPts val="241"/>
              </a:spcBef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rgbClr val="12343B"/>
                </a:solidFill>
                <a:effectLst/>
                <a:uFillTx/>
                <a:latin typeface="Calibri"/>
                <a:ea typeface="Calibri"/>
              </a:rPr>
              <a:t>Date</a:t>
            </a:r>
            <a:endParaRPr lang="en-US" sz="1200" b="0" u="none" strike="noStrike">
              <a:solidFill>
                <a:srgbClr val="5B6B70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8"/>
          <p:cNvSpPr>
            <a:spLocks noGrp="1"/>
          </p:cNvSpPr>
          <p:nvPr>
            <p:ph type="body" hasCustomPrompt="1"/>
          </p:nvPr>
        </p:nvSpPr>
        <p:spPr>
          <a:xfrm>
            <a:off x="320040" y="2880360"/>
            <a:ext cx="1554120" cy="1096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ctr" defTabSz="914400">
              <a:lnSpc>
                <a:spcPct val="100000"/>
              </a:lnSpc>
              <a:spcBef>
                <a:spcPts val="221"/>
              </a:spcBef>
              <a:buNone/>
              <a:tabLst>
                <a:tab pos="0" algn="l"/>
              </a:tabLst>
              <a:defRPr lang="en-US" sz="1100" b="0" u="none" strike="noStrike">
                <a:solidFill>
                  <a:srgbClr val="5B6B70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spcBef>
                <a:spcPts val="221"/>
              </a:spcBef>
              <a:buNone/>
              <a:tabLst>
                <a:tab pos="0" algn="l"/>
              </a:tabLst>
            </a:pPr>
            <a:r>
              <a:rPr lang="en-US" sz="1100" b="0" u="none" strike="noStrike">
                <a:solidFill>
                  <a:srgbClr val="5B6B70"/>
                </a:solidFill>
                <a:effectLst/>
                <a:uFillTx/>
                <a:latin typeface="Calibri"/>
                <a:ea typeface="Calibri"/>
              </a:rPr>
              <a:t>Jalon</a:t>
            </a:r>
            <a:endParaRPr lang="en-US" sz="1100" b="0" u="none" strike="noStrike">
              <a:solidFill>
                <a:srgbClr val="5B6B70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9"/>
          <p:cNvSpPr>
            <a:spLocks noGrp="1"/>
          </p:cNvSpPr>
          <p:nvPr>
            <p:ph type="body" hasCustomPrompt="1"/>
          </p:nvPr>
        </p:nvSpPr>
        <p:spPr>
          <a:xfrm>
            <a:off x="2057400" y="2880360"/>
            <a:ext cx="1554120" cy="1096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ctr" defTabSz="914400">
              <a:lnSpc>
                <a:spcPct val="100000"/>
              </a:lnSpc>
              <a:spcBef>
                <a:spcPts val="221"/>
              </a:spcBef>
              <a:buNone/>
              <a:tabLst>
                <a:tab pos="0" algn="l"/>
              </a:tabLst>
              <a:defRPr lang="en-US" sz="1100" b="0" u="none" strike="noStrike">
                <a:solidFill>
                  <a:srgbClr val="5B6B70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spcBef>
                <a:spcPts val="221"/>
              </a:spcBef>
              <a:buNone/>
              <a:tabLst>
                <a:tab pos="0" algn="l"/>
              </a:tabLst>
            </a:pPr>
            <a:r>
              <a:rPr lang="en-US" sz="1100" b="0" u="none" strike="noStrike">
                <a:solidFill>
                  <a:srgbClr val="5B6B70"/>
                </a:solidFill>
                <a:effectLst/>
                <a:uFillTx/>
                <a:latin typeface="Calibri"/>
                <a:ea typeface="Calibri"/>
              </a:rPr>
              <a:t>Jalon</a:t>
            </a:r>
            <a:endParaRPr lang="en-US" sz="1100" b="0" u="none" strike="noStrike">
              <a:solidFill>
                <a:srgbClr val="5B6B70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10"/>
          <p:cNvSpPr>
            <a:spLocks noGrp="1"/>
          </p:cNvSpPr>
          <p:nvPr>
            <p:ph type="body" hasCustomPrompt="1"/>
          </p:nvPr>
        </p:nvSpPr>
        <p:spPr>
          <a:xfrm>
            <a:off x="3794760" y="2880360"/>
            <a:ext cx="1554120" cy="1096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ctr" defTabSz="914400">
              <a:lnSpc>
                <a:spcPct val="100000"/>
              </a:lnSpc>
              <a:spcBef>
                <a:spcPts val="221"/>
              </a:spcBef>
              <a:buNone/>
              <a:tabLst>
                <a:tab pos="0" algn="l"/>
              </a:tabLst>
              <a:defRPr lang="en-US" sz="1100" b="0" u="none" strike="noStrike">
                <a:solidFill>
                  <a:srgbClr val="5B6B70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spcBef>
                <a:spcPts val="221"/>
              </a:spcBef>
              <a:buNone/>
              <a:tabLst>
                <a:tab pos="0" algn="l"/>
              </a:tabLst>
            </a:pPr>
            <a:r>
              <a:rPr lang="en-US" sz="1100" b="0" u="none" strike="noStrike">
                <a:solidFill>
                  <a:srgbClr val="5B6B70"/>
                </a:solidFill>
                <a:effectLst/>
                <a:uFillTx/>
                <a:latin typeface="Calibri"/>
                <a:ea typeface="Calibri"/>
              </a:rPr>
              <a:t>Jalon</a:t>
            </a:r>
            <a:endParaRPr lang="en-US" sz="1100" b="0" u="none" strike="noStrike">
              <a:solidFill>
                <a:srgbClr val="5B6B70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11"/>
          <p:cNvSpPr>
            <a:spLocks noGrp="1"/>
          </p:cNvSpPr>
          <p:nvPr>
            <p:ph type="body" hasCustomPrompt="1"/>
          </p:nvPr>
        </p:nvSpPr>
        <p:spPr>
          <a:xfrm>
            <a:off x="5532120" y="2880360"/>
            <a:ext cx="1554120" cy="1096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ctr" defTabSz="914400">
              <a:lnSpc>
                <a:spcPct val="100000"/>
              </a:lnSpc>
              <a:spcBef>
                <a:spcPts val="221"/>
              </a:spcBef>
              <a:buNone/>
              <a:tabLst>
                <a:tab pos="0" algn="l"/>
              </a:tabLst>
              <a:defRPr lang="en-US" sz="1100" b="0" u="none" strike="noStrike">
                <a:solidFill>
                  <a:srgbClr val="5B6B70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spcBef>
                <a:spcPts val="221"/>
              </a:spcBef>
              <a:buNone/>
              <a:tabLst>
                <a:tab pos="0" algn="l"/>
              </a:tabLst>
            </a:pPr>
            <a:r>
              <a:rPr lang="en-US" sz="1100" b="0" u="none" strike="noStrike">
                <a:solidFill>
                  <a:srgbClr val="5B6B70"/>
                </a:solidFill>
                <a:effectLst/>
                <a:uFillTx/>
                <a:latin typeface="Calibri"/>
                <a:ea typeface="Calibri"/>
              </a:rPr>
              <a:t>Jalon</a:t>
            </a:r>
            <a:endParaRPr lang="en-US" sz="1100" b="0" u="none" strike="noStrike">
              <a:solidFill>
                <a:srgbClr val="5B6B70"/>
              </a:solidFill>
              <a:effectLst/>
              <a:uFillTx/>
              <a:latin typeface="Calibri"/>
            </a:endParaRPr>
          </a:p>
        </p:txBody>
      </p:sp>
      <p:sp>
        <p:nvSpPr>
          <p:cNvPr id="40" name="PlaceHolder 12"/>
          <p:cNvSpPr>
            <a:spLocks noGrp="1"/>
          </p:cNvSpPr>
          <p:nvPr>
            <p:ph type="body" hasCustomPrompt="1"/>
          </p:nvPr>
        </p:nvSpPr>
        <p:spPr>
          <a:xfrm>
            <a:off x="7269480" y="2880360"/>
            <a:ext cx="1554120" cy="1096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ctr" defTabSz="914400">
              <a:lnSpc>
                <a:spcPct val="100000"/>
              </a:lnSpc>
              <a:spcBef>
                <a:spcPts val="221"/>
              </a:spcBef>
              <a:buNone/>
              <a:tabLst>
                <a:tab pos="0" algn="l"/>
              </a:tabLst>
              <a:defRPr lang="en-US" sz="1100" b="0" u="none" strike="noStrike">
                <a:solidFill>
                  <a:srgbClr val="5B6B70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spcBef>
                <a:spcPts val="221"/>
              </a:spcBef>
              <a:buNone/>
              <a:tabLst>
                <a:tab pos="0" algn="l"/>
              </a:tabLst>
            </a:pPr>
            <a:r>
              <a:rPr lang="en-US" sz="1100" b="0" u="none" strike="noStrike">
                <a:solidFill>
                  <a:srgbClr val="5B6B70"/>
                </a:solidFill>
                <a:effectLst/>
                <a:uFillTx/>
                <a:latin typeface="Calibri"/>
                <a:ea typeface="Calibri"/>
              </a:rPr>
              <a:t>Jalon</a:t>
            </a:r>
            <a:endParaRPr lang="en-US" sz="1100" b="0" u="none" strike="noStrike">
              <a:solidFill>
                <a:srgbClr val="5B6B70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13"/>
          <p:cNvSpPr>
            <a:spLocks noGrp="1"/>
          </p:cNvSpPr>
          <p:nvPr>
            <p:ph type="sldNum" idx="3"/>
          </p:nvPr>
        </p:nvSpPr>
        <p:spPr>
          <a:xfrm>
            <a:off x="8138160" y="4754880"/>
            <a:ext cx="45684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5B6B70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E552B40-AD43-4FDD-A6DF-FE84BC05093F}" type="slidenum">
              <a:rPr lang="en-US" sz="900" b="0" u="none" strike="noStrike">
                <a:solidFill>
                  <a:srgbClr val="5B6B70"/>
                </a:solidFill>
                <a:effectLst/>
                <a:uFillTx/>
                <a:latin typeface="Calibri"/>
                <a:ea typeface="Calibri"/>
              </a:rPr>
              <a:t>&lt;numéro&gt;</a:t>
            </a:fld>
            <a:endParaRPr lang="fr-FR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2_INTERVENTION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0"/>
          <p:cNvSpPr/>
          <p:nvPr/>
        </p:nvSpPr>
        <p:spPr>
          <a:xfrm>
            <a:off x="548640" y="4754880"/>
            <a:ext cx="3657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B6B70"/>
                </a:solidFill>
                <a:effectLst/>
                <a:uFillTx/>
                <a:latin typeface="Calibri"/>
                <a:ea typeface="Calibri"/>
              </a:rPr>
              <a:t>Service ReLM · INIST-CNRS · Revue interne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3" name="PlaceHolder 1"/>
          <p:cNvSpPr>
            <a:spLocks noGrp="1"/>
          </p:cNvSpPr>
          <p:nvPr>
            <p:ph type="title" hasCustomPrompt="1"/>
          </p:nvPr>
        </p:nvSpPr>
        <p:spPr>
          <a:xfrm>
            <a:off x="548640" y="365760"/>
            <a:ext cx="8046360" cy="548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2800" b="1" u="none" strike="noStrike">
                <a:solidFill>
                  <a:srgbClr val="12343B"/>
                </a:solidFill>
                <a:effectLst/>
                <a:uFillTx/>
                <a:latin typeface="Cambria"/>
                <a:ea typeface="Cambri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1" u="none" strike="noStrike">
                <a:solidFill>
                  <a:srgbClr val="12343B"/>
                </a:solidFill>
                <a:effectLst/>
                <a:uFillTx/>
                <a:latin typeface="Cambria"/>
                <a:ea typeface="Cambria"/>
              </a:rPr>
              <a:t>Liste des interventions</a:t>
            </a:r>
            <a:endParaRPr lang="en-US" sz="2800" b="1" u="none" strike="noStrike">
              <a:solidFill>
                <a:srgbClr val="12343B"/>
              </a:solidFill>
              <a:effectLst/>
              <a:uFillTx/>
              <a:latin typeface="Cambria"/>
            </a:endParaRPr>
          </a:p>
        </p:txBody>
      </p:sp>
      <p:sp>
        <p:nvSpPr>
          <p:cNvPr id="44" name="Shape 1"/>
          <p:cNvSpPr/>
          <p:nvPr/>
        </p:nvSpPr>
        <p:spPr>
          <a:xfrm>
            <a:off x="548640" y="1188720"/>
            <a:ext cx="3931560" cy="914040"/>
          </a:xfrm>
          <a:prstGeom prst="rect">
            <a:avLst/>
          </a:prstGeom>
          <a:solidFill>
            <a:srgbClr val="E4F0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5" name="Shape 2"/>
          <p:cNvSpPr/>
          <p:nvPr/>
        </p:nvSpPr>
        <p:spPr>
          <a:xfrm>
            <a:off x="4663440" y="1188720"/>
            <a:ext cx="3931560" cy="914040"/>
          </a:xfrm>
          <a:prstGeom prst="rect">
            <a:avLst/>
          </a:prstGeom>
          <a:solidFill>
            <a:srgbClr val="E4F0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6" name="Shape 3"/>
          <p:cNvSpPr/>
          <p:nvPr/>
        </p:nvSpPr>
        <p:spPr>
          <a:xfrm>
            <a:off x="548640" y="2286000"/>
            <a:ext cx="3931560" cy="914040"/>
          </a:xfrm>
          <a:prstGeom prst="rect">
            <a:avLst/>
          </a:prstGeom>
          <a:solidFill>
            <a:srgbClr val="E4F0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7" name="Shape 4"/>
          <p:cNvSpPr/>
          <p:nvPr/>
        </p:nvSpPr>
        <p:spPr>
          <a:xfrm>
            <a:off x="4663440" y="2286000"/>
            <a:ext cx="3931560" cy="914040"/>
          </a:xfrm>
          <a:prstGeom prst="rect">
            <a:avLst/>
          </a:prstGeom>
          <a:solidFill>
            <a:srgbClr val="E4F0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8" name="Shape 5"/>
          <p:cNvSpPr/>
          <p:nvPr/>
        </p:nvSpPr>
        <p:spPr>
          <a:xfrm>
            <a:off x="548640" y="3383280"/>
            <a:ext cx="3931560" cy="914040"/>
          </a:xfrm>
          <a:prstGeom prst="rect">
            <a:avLst/>
          </a:prstGeom>
          <a:solidFill>
            <a:srgbClr val="E4F0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9" name="Shape 6"/>
          <p:cNvSpPr/>
          <p:nvPr/>
        </p:nvSpPr>
        <p:spPr>
          <a:xfrm>
            <a:off x="4663440" y="3383280"/>
            <a:ext cx="3931560" cy="914040"/>
          </a:xfrm>
          <a:prstGeom prst="rect">
            <a:avLst/>
          </a:prstGeom>
          <a:solidFill>
            <a:srgbClr val="E4F0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50" name="Image 0" descr="preencoded.png"/>
          <p:cNvPicPr/>
          <p:nvPr/>
        </p:nvPicPr>
        <p:blipFill>
          <a:blip r:embed="rId2"/>
          <a:stretch/>
        </p:blipFill>
        <p:spPr>
          <a:xfrm>
            <a:off x="731520" y="1371600"/>
            <a:ext cx="548280" cy="548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1" name="Image 1" descr="preencoded.png"/>
          <p:cNvPicPr/>
          <p:nvPr/>
        </p:nvPicPr>
        <p:blipFill>
          <a:blip r:embed="rId3"/>
          <a:stretch/>
        </p:blipFill>
        <p:spPr>
          <a:xfrm>
            <a:off x="4846320" y="1371600"/>
            <a:ext cx="548280" cy="548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2" name="Image 2" descr="preencoded.png"/>
          <p:cNvPicPr/>
          <p:nvPr/>
        </p:nvPicPr>
        <p:blipFill>
          <a:blip r:embed="rId4"/>
          <a:stretch/>
        </p:blipFill>
        <p:spPr>
          <a:xfrm>
            <a:off x="731520" y="2468880"/>
            <a:ext cx="548280" cy="548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3" name="Image 3" descr="preencoded.png"/>
          <p:cNvPicPr/>
          <p:nvPr/>
        </p:nvPicPr>
        <p:blipFill>
          <a:blip r:embed="rId5"/>
          <a:stretch/>
        </p:blipFill>
        <p:spPr>
          <a:xfrm>
            <a:off x="4846320" y="2468880"/>
            <a:ext cx="548280" cy="548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4" name="Image 4" descr="preencoded.png"/>
          <p:cNvPicPr/>
          <p:nvPr/>
        </p:nvPicPr>
        <p:blipFill>
          <a:blip r:embed="rId6"/>
          <a:stretch/>
        </p:blipFill>
        <p:spPr>
          <a:xfrm>
            <a:off x="731520" y="3566160"/>
            <a:ext cx="548280" cy="548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5" name="Image 5" descr="preencoded.png"/>
          <p:cNvPicPr/>
          <p:nvPr/>
        </p:nvPicPr>
        <p:blipFill>
          <a:blip r:embed="rId7"/>
          <a:stretch/>
        </p:blipFill>
        <p:spPr>
          <a:xfrm>
            <a:off x="4846320" y="3566160"/>
            <a:ext cx="548280" cy="548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" name="Text 7"/>
          <p:cNvSpPr/>
          <p:nvPr/>
        </p:nvSpPr>
        <p:spPr>
          <a:xfrm>
            <a:off x="731520" y="137160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01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7" name="Text 8"/>
          <p:cNvSpPr/>
          <p:nvPr/>
        </p:nvSpPr>
        <p:spPr>
          <a:xfrm>
            <a:off x="4846320" y="137160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02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8" name="Text 9"/>
          <p:cNvSpPr/>
          <p:nvPr/>
        </p:nvSpPr>
        <p:spPr>
          <a:xfrm>
            <a:off x="731520" y="24688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03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9" name="Text 10"/>
          <p:cNvSpPr/>
          <p:nvPr/>
        </p:nvSpPr>
        <p:spPr>
          <a:xfrm>
            <a:off x="4846320" y="24688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04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0" name="Text 11"/>
          <p:cNvSpPr/>
          <p:nvPr/>
        </p:nvSpPr>
        <p:spPr>
          <a:xfrm>
            <a:off x="731520" y="356616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05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1" name="Text 12"/>
          <p:cNvSpPr/>
          <p:nvPr/>
        </p:nvSpPr>
        <p:spPr>
          <a:xfrm>
            <a:off x="4846320" y="356616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06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 hasCustomPrompt="1"/>
          </p:nvPr>
        </p:nvSpPr>
        <p:spPr>
          <a:xfrm>
            <a:off x="1463040" y="1316880"/>
            <a:ext cx="2834280" cy="383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61"/>
              </a:spcBef>
              <a:buNone/>
              <a:tabLst>
                <a:tab pos="0" algn="l"/>
              </a:tabLst>
              <a:defRPr lang="en-US" sz="1300" b="1" u="none" strike="noStrike">
                <a:solidFill>
                  <a:srgbClr val="12343B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61"/>
              </a:spcBef>
              <a:buNone/>
              <a:tabLst>
                <a:tab pos="0" algn="l"/>
              </a:tabLst>
            </a:pPr>
            <a:r>
              <a:rPr lang="en-US" sz="1300" b="1" u="none" strike="noStrike">
                <a:solidFill>
                  <a:srgbClr val="12343B"/>
                </a:solidFill>
                <a:effectLst/>
                <a:uFillTx/>
                <a:latin typeface="Calibri"/>
                <a:ea typeface="Calibri"/>
              </a:rPr>
              <a:t>Titre de l’intervention</a:t>
            </a:r>
            <a:endParaRPr lang="en-US" sz="1300" b="1" u="none" strike="noStrike">
              <a:solidFill>
                <a:srgbClr val="2F7F86"/>
              </a:solidFill>
              <a:effectLst/>
              <a:uFillTx/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 hasCustomPrompt="1"/>
          </p:nvPr>
        </p:nvSpPr>
        <p:spPr>
          <a:xfrm>
            <a:off x="5577840" y="1316880"/>
            <a:ext cx="2834280" cy="383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61"/>
              </a:spcBef>
              <a:buNone/>
              <a:tabLst>
                <a:tab pos="0" algn="l"/>
              </a:tabLst>
              <a:defRPr lang="en-US" sz="1300" b="1" u="none" strike="noStrike">
                <a:solidFill>
                  <a:srgbClr val="12343B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61"/>
              </a:spcBef>
              <a:buNone/>
              <a:tabLst>
                <a:tab pos="0" algn="l"/>
              </a:tabLst>
            </a:pPr>
            <a:r>
              <a:rPr lang="en-US" sz="1300" b="1" u="none" strike="noStrike">
                <a:solidFill>
                  <a:srgbClr val="12343B"/>
                </a:solidFill>
                <a:effectLst/>
                <a:uFillTx/>
                <a:latin typeface="Calibri"/>
                <a:ea typeface="Calibri"/>
              </a:rPr>
              <a:t>Titre de l’intervention</a:t>
            </a:r>
            <a:endParaRPr lang="en-US" sz="1300" b="1" u="none" strike="noStrike">
              <a:solidFill>
                <a:srgbClr val="2F7F86"/>
              </a:solidFill>
              <a:effectLst/>
              <a:uFillTx/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body" hasCustomPrompt="1"/>
          </p:nvPr>
        </p:nvSpPr>
        <p:spPr>
          <a:xfrm>
            <a:off x="1463040" y="2414160"/>
            <a:ext cx="2834280" cy="383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61"/>
              </a:spcBef>
              <a:buNone/>
              <a:tabLst>
                <a:tab pos="0" algn="l"/>
              </a:tabLst>
              <a:defRPr lang="en-US" sz="1300" b="1" u="none" strike="noStrike">
                <a:solidFill>
                  <a:srgbClr val="12343B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61"/>
              </a:spcBef>
              <a:buNone/>
              <a:tabLst>
                <a:tab pos="0" algn="l"/>
              </a:tabLst>
            </a:pPr>
            <a:r>
              <a:rPr lang="en-US" sz="1300" b="1" u="none" strike="noStrike">
                <a:solidFill>
                  <a:srgbClr val="12343B"/>
                </a:solidFill>
                <a:effectLst/>
                <a:uFillTx/>
                <a:latin typeface="Calibri"/>
                <a:ea typeface="Calibri"/>
              </a:rPr>
              <a:t>Titre de l’intervention</a:t>
            </a:r>
            <a:endParaRPr lang="en-US" sz="1300" b="1" u="none" strike="noStrike">
              <a:solidFill>
                <a:srgbClr val="2F7F86"/>
              </a:solidFill>
              <a:effectLst/>
              <a:uFillTx/>
              <a:latin typeface="Calibri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body" hasCustomPrompt="1"/>
          </p:nvPr>
        </p:nvSpPr>
        <p:spPr>
          <a:xfrm>
            <a:off x="5577840" y="2414160"/>
            <a:ext cx="2834280" cy="383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61"/>
              </a:spcBef>
              <a:buNone/>
              <a:tabLst>
                <a:tab pos="0" algn="l"/>
              </a:tabLst>
              <a:defRPr lang="en-US" sz="1300" b="1" u="none" strike="noStrike">
                <a:solidFill>
                  <a:srgbClr val="12343B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61"/>
              </a:spcBef>
              <a:buNone/>
              <a:tabLst>
                <a:tab pos="0" algn="l"/>
              </a:tabLst>
            </a:pPr>
            <a:r>
              <a:rPr lang="en-US" sz="1300" b="1" u="none" strike="noStrike">
                <a:solidFill>
                  <a:srgbClr val="12343B"/>
                </a:solidFill>
                <a:effectLst/>
                <a:uFillTx/>
                <a:latin typeface="Calibri"/>
                <a:ea typeface="Calibri"/>
              </a:rPr>
              <a:t>Titre de l’intervention</a:t>
            </a:r>
            <a:endParaRPr lang="en-US" sz="1300" b="1" u="none" strike="noStrike">
              <a:solidFill>
                <a:srgbClr val="2F7F86"/>
              </a:solidFill>
              <a:effectLst/>
              <a:uFillTx/>
              <a:latin typeface="Calibri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body" hasCustomPrompt="1"/>
          </p:nvPr>
        </p:nvSpPr>
        <p:spPr>
          <a:xfrm>
            <a:off x="1463040" y="3511440"/>
            <a:ext cx="2834280" cy="383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61"/>
              </a:spcBef>
              <a:buNone/>
              <a:tabLst>
                <a:tab pos="0" algn="l"/>
              </a:tabLst>
              <a:defRPr lang="en-US" sz="1300" b="1" u="none" strike="noStrike">
                <a:solidFill>
                  <a:srgbClr val="12343B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61"/>
              </a:spcBef>
              <a:buNone/>
              <a:tabLst>
                <a:tab pos="0" algn="l"/>
              </a:tabLst>
            </a:pPr>
            <a:r>
              <a:rPr lang="en-US" sz="1300" b="1" u="none" strike="noStrike">
                <a:solidFill>
                  <a:srgbClr val="12343B"/>
                </a:solidFill>
                <a:effectLst/>
                <a:uFillTx/>
                <a:latin typeface="Calibri"/>
                <a:ea typeface="Calibri"/>
              </a:rPr>
              <a:t>Titre de l’intervention</a:t>
            </a:r>
            <a:endParaRPr lang="en-US" sz="1300" b="1" u="none" strike="noStrike">
              <a:solidFill>
                <a:srgbClr val="2F7F86"/>
              </a:solidFill>
              <a:effectLst/>
              <a:uFillTx/>
              <a:latin typeface="Calibri"/>
            </a:endParaRPr>
          </a:p>
        </p:txBody>
      </p:sp>
      <p:sp>
        <p:nvSpPr>
          <p:cNvPr id="67" name="PlaceHolder 7"/>
          <p:cNvSpPr>
            <a:spLocks noGrp="1"/>
          </p:cNvSpPr>
          <p:nvPr>
            <p:ph type="body" hasCustomPrompt="1"/>
          </p:nvPr>
        </p:nvSpPr>
        <p:spPr>
          <a:xfrm>
            <a:off x="5577840" y="3511440"/>
            <a:ext cx="2834280" cy="383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61"/>
              </a:spcBef>
              <a:buNone/>
              <a:tabLst>
                <a:tab pos="0" algn="l"/>
              </a:tabLst>
              <a:defRPr lang="en-US" sz="1300" b="1" u="none" strike="noStrike">
                <a:solidFill>
                  <a:srgbClr val="12343B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61"/>
              </a:spcBef>
              <a:buNone/>
              <a:tabLst>
                <a:tab pos="0" algn="l"/>
              </a:tabLst>
            </a:pPr>
            <a:r>
              <a:rPr lang="en-US" sz="1300" b="1" u="none" strike="noStrike">
                <a:solidFill>
                  <a:srgbClr val="12343B"/>
                </a:solidFill>
                <a:effectLst/>
                <a:uFillTx/>
                <a:latin typeface="Calibri"/>
                <a:ea typeface="Calibri"/>
              </a:rPr>
              <a:t>Titre de l’intervention</a:t>
            </a:r>
            <a:endParaRPr lang="en-US" sz="1300" b="1" u="none" strike="noStrike">
              <a:solidFill>
                <a:srgbClr val="2F7F86"/>
              </a:solidFill>
              <a:effectLst/>
              <a:uFillTx/>
              <a:latin typeface="Calibri"/>
            </a:endParaRPr>
          </a:p>
        </p:txBody>
      </p:sp>
      <p:sp>
        <p:nvSpPr>
          <p:cNvPr id="68" name="PlaceHolder 8"/>
          <p:cNvSpPr>
            <a:spLocks noGrp="1"/>
          </p:cNvSpPr>
          <p:nvPr>
            <p:ph type="body" hasCustomPrompt="1"/>
          </p:nvPr>
        </p:nvSpPr>
        <p:spPr>
          <a:xfrm>
            <a:off x="1463040" y="1719000"/>
            <a:ext cx="2011320" cy="255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21"/>
              </a:spcBef>
              <a:buNone/>
              <a:tabLst>
                <a:tab pos="0" algn="l"/>
              </a:tabLst>
              <a:defRPr lang="en-US" sz="1100" b="0" u="none" strike="noStrike">
                <a:solidFill>
                  <a:srgbClr val="5B6B70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21"/>
              </a:spcBef>
              <a:buNone/>
              <a:tabLst>
                <a:tab pos="0" algn="l"/>
              </a:tabLst>
            </a:pPr>
            <a:r>
              <a:rPr lang="en-US" sz="1100" b="0" u="none" strike="noStrike">
                <a:solidFill>
                  <a:srgbClr val="5B6B70"/>
                </a:solidFill>
                <a:effectLst/>
                <a:uFillTx/>
                <a:latin typeface="Calibri"/>
                <a:ea typeface="Calibri"/>
              </a:rPr>
              <a:t>Intervenant</a:t>
            </a:r>
            <a:endParaRPr lang="en-US" sz="1100" b="1" u="none" strike="noStrike">
              <a:solidFill>
                <a:srgbClr val="2F7F86"/>
              </a:solidFill>
              <a:effectLst/>
              <a:uFillTx/>
              <a:latin typeface="Calibri"/>
            </a:endParaRPr>
          </a:p>
        </p:txBody>
      </p:sp>
      <p:sp>
        <p:nvSpPr>
          <p:cNvPr id="69" name="PlaceHolder 9"/>
          <p:cNvSpPr>
            <a:spLocks noGrp="1"/>
          </p:cNvSpPr>
          <p:nvPr>
            <p:ph type="body" hasCustomPrompt="1"/>
          </p:nvPr>
        </p:nvSpPr>
        <p:spPr>
          <a:xfrm>
            <a:off x="5577840" y="1719000"/>
            <a:ext cx="2011320" cy="255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21"/>
              </a:spcBef>
              <a:buNone/>
              <a:tabLst>
                <a:tab pos="0" algn="l"/>
              </a:tabLst>
              <a:defRPr lang="en-US" sz="1100" b="0" u="none" strike="noStrike">
                <a:solidFill>
                  <a:srgbClr val="5B6B70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21"/>
              </a:spcBef>
              <a:buNone/>
              <a:tabLst>
                <a:tab pos="0" algn="l"/>
              </a:tabLst>
            </a:pPr>
            <a:r>
              <a:rPr lang="en-US" sz="1100" b="0" u="none" strike="noStrike">
                <a:solidFill>
                  <a:srgbClr val="5B6B70"/>
                </a:solidFill>
                <a:effectLst/>
                <a:uFillTx/>
                <a:latin typeface="Calibri"/>
                <a:ea typeface="Calibri"/>
              </a:rPr>
              <a:t>Intervenant</a:t>
            </a:r>
            <a:endParaRPr lang="en-US" sz="1100" b="1" u="none" strike="noStrike">
              <a:solidFill>
                <a:srgbClr val="2F7F86"/>
              </a:solidFill>
              <a:effectLst/>
              <a:uFillTx/>
              <a:latin typeface="Calibri"/>
            </a:endParaRPr>
          </a:p>
        </p:txBody>
      </p:sp>
      <p:sp>
        <p:nvSpPr>
          <p:cNvPr id="70" name="PlaceHolder 10"/>
          <p:cNvSpPr>
            <a:spLocks noGrp="1"/>
          </p:cNvSpPr>
          <p:nvPr>
            <p:ph type="body" hasCustomPrompt="1"/>
          </p:nvPr>
        </p:nvSpPr>
        <p:spPr>
          <a:xfrm>
            <a:off x="1463040" y="2816280"/>
            <a:ext cx="2011320" cy="255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21"/>
              </a:spcBef>
              <a:buNone/>
              <a:tabLst>
                <a:tab pos="0" algn="l"/>
              </a:tabLst>
              <a:defRPr lang="en-US" sz="1100" b="0" u="none" strike="noStrike">
                <a:solidFill>
                  <a:srgbClr val="5B6B70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21"/>
              </a:spcBef>
              <a:buNone/>
              <a:tabLst>
                <a:tab pos="0" algn="l"/>
              </a:tabLst>
            </a:pPr>
            <a:r>
              <a:rPr lang="en-US" sz="1100" b="0" u="none" strike="noStrike">
                <a:solidFill>
                  <a:srgbClr val="5B6B70"/>
                </a:solidFill>
                <a:effectLst/>
                <a:uFillTx/>
                <a:latin typeface="Calibri"/>
                <a:ea typeface="Calibri"/>
              </a:rPr>
              <a:t>Intervenant</a:t>
            </a:r>
            <a:endParaRPr lang="en-US" sz="1100" b="1" u="none" strike="noStrike">
              <a:solidFill>
                <a:srgbClr val="2F7F86"/>
              </a:solidFill>
              <a:effectLst/>
              <a:uFillTx/>
              <a:latin typeface="Calibri"/>
            </a:endParaRPr>
          </a:p>
        </p:txBody>
      </p:sp>
      <p:sp>
        <p:nvSpPr>
          <p:cNvPr id="71" name="PlaceHolder 11"/>
          <p:cNvSpPr>
            <a:spLocks noGrp="1"/>
          </p:cNvSpPr>
          <p:nvPr>
            <p:ph type="body" hasCustomPrompt="1"/>
          </p:nvPr>
        </p:nvSpPr>
        <p:spPr>
          <a:xfrm>
            <a:off x="5577840" y="2816280"/>
            <a:ext cx="2011320" cy="255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21"/>
              </a:spcBef>
              <a:buNone/>
              <a:tabLst>
                <a:tab pos="0" algn="l"/>
              </a:tabLst>
              <a:defRPr lang="en-US" sz="1100" b="0" u="none" strike="noStrike">
                <a:solidFill>
                  <a:srgbClr val="5B6B70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21"/>
              </a:spcBef>
              <a:buNone/>
              <a:tabLst>
                <a:tab pos="0" algn="l"/>
              </a:tabLst>
            </a:pPr>
            <a:r>
              <a:rPr lang="en-US" sz="1100" b="0" u="none" strike="noStrike">
                <a:solidFill>
                  <a:srgbClr val="5B6B70"/>
                </a:solidFill>
                <a:effectLst/>
                <a:uFillTx/>
                <a:latin typeface="Calibri"/>
                <a:ea typeface="Calibri"/>
              </a:rPr>
              <a:t>Intervenant</a:t>
            </a:r>
            <a:endParaRPr lang="en-US" sz="1100" b="1" u="none" strike="noStrike">
              <a:solidFill>
                <a:srgbClr val="2F7F86"/>
              </a:solidFill>
              <a:effectLst/>
              <a:uFillTx/>
              <a:latin typeface="Calibri"/>
            </a:endParaRPr>
          </a:p>
        </p:txBody>
      </p:sp>
      <p:sp>
        <p:nvSpPr>
          <p:cNvPr id="72" name="PlaceHolder 12"/>
          <p:cNvSpPr>
            <a:spLocks noGrp="1"/>
          </p:cNvSpPr>
          <p:nvPr>
            <p:ph type="body" hasCustomPrompt="1"/>
          </p:nvPr>
        </p:nvSpPr>
        <p:spPr>
          <a:xfrm>
            <a:off x="1463040" y="3913560"/>
            <a:ext cx="2011320" cy="255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21"/>
              </a:spcBef>
              <a:buNone/>
              <a:tabLst>
                <a:tab pos="0" algn="l"/>
              </a:tabLst>
              <a:defRPr lang="en-US" sz="1100" b="0" u="none" strike="noStrike">
                <a:solidFill>
                  <a:srgbClr val="5B6B70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21"/>
              </a:spcBef>
              <a:buNone/>
              <a:tabLst>
                <a:tab pos="0" algn="l"/>
              </a:tabLst>
            </a:pPr>
            <a:r>
              <a:rPr lang="en-US" sz="1100" b="0" u="none" strike="noStrike">
                <a:solidFill>
                  <a:srgbClr val="5B6B70"/>
                </a:solidFill>
                <a:effectLst/>
                <a:uFillTx/>
                <a:latin typeface="Calibri"/>
                <a:ea typeface="Calibri"/>
              </a:rPr>
              <a:t>Intervenant</a:t>
            </a:r>
            <a:endParaRPr lang="en-US" sz="1100" b="1" u="none" strike="noStrike">
              <a:solidFill>
                <a:srgbClr val="2F7F86"/>
              </a:solidFill>
              <a:effectLst/>
              <a:uFillTx/>
              <a:latin typeface="Calibri"/>
            </a:endParaRPr>
          </a:p>
        </p:txBody>
      </p:sp>
      <p:sp>
        <p:nvSpPr>
          <p:cNvPr id="73" name="PlaceHolder 13"/>
          <p:cNvSpPr>
            <a:spLocks noGrp="1"/>
          </p:cNvSpPr>
          <p:nvPr>
            <p:ph type="body" hasCustomPrompt="1"/>
          </p:nvPr>
        </p:nvSpPr>
        <p:spPr>
          <a:xfrm>
            <a:off x="5577840" y="3913560"/>
            <a:ext cx="2011320" cy="255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21"/>
              </a:spcBef>
              <a:buNone/>
              <a:tabLst>
                <a:tab pos="0" algn="l"/>
              </a:tabLst>
              <a:defRPr lang="en-US" sz="1100" b="0" u="none" strike="noStrike">
                <a:solidFill>
                  <a:srgbClr val="5B6B70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21"/>
              </a:spcBef>
              <a:buNone/>
              <a:tabLst>
                <a:tab pos="0" algn="l"/>
              </a:tabLst>
            </a:pPr>
            <a:r>
              <a:rPr lang="en-US" sz="1100" b="0" u="none" strike="noStrike">
                <a:solidFill>
                  <a:srgbClr val="5B6B70"/>
                </a:solidFill>
                <a:effectLst/>
                <a:uFillTx/>
                <a:latin typeface="Calibri"/>
                <a:ea typeface="Calibri"/>
              </a:rPr>
              <a:t>Intervenant</a:t>
            </a:r>
            <a:endParaRPr lang="en-US" sz="1100" b="1" u="none" strike="noStrike">
              <a:solidFill>
                <a:srgbClr val="2F7F86"/>
              </a:solidFill>
              <a:effectLst/>
              <a:uFillTx/>
              <a:latin typeface="Calibri"/>
            </a:endParaRPr>
          </a:p>
        </p:txBody>
      </p:sp>
      <p:sp>
        <p:nvSpPr>
          <p:cNvPr id="74" name="PlaceHolder 14"/>
          <p:cNvSpPr>
            <a:spLocks noGrp="1"/>
          </p:cNvSpPr>
          <p:nvPr>
            <p:ph type="body" hasCustomPrompt="1"/>
          </p:nvPr>
        </p:nvSpPr>
        <p:spPr>
          <a:xfrm>
            <a:off x="3474720" y="1719000"/>
            <a:ext cx="822600" cy="255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221"/>
              </a:spcBef>
              <a:buNone/>
              <a:tabLst>
                <a:tab pos="0" algn="l"/>
              </a:tabLst>
              <a:defRPr lang="en-US" sz="1100" b="1" u="none" strike="noStrike">
                <a:solidFill>
                  <a:srgbClr val="2F7F86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221"/>
              </a:spcBef>
              <a:buNone/>
              <a:tabLst>
                <a:tab pos="0" algn="l"/>
              </a:tabLst>
            </a:pPr>
            <a:r>
              <a:rPr lang="en-US" sz="1100" b="1" u="none" strike="noStrike">
                <a:solidFill>
                  <a:srgbClr val="2F7F86"/>
                </a:solidFill>
                <a:effectLst/>
                <a:uFillTx/>
                <a:latin typeface="Calibri"/>
                <a:ea typeface="Calibri"/>
              </a:rPr>
              <a:t>Horaire</a:t>
            </a:r>
            <a:endParaRPr lang="en-US" sz="1100" b="1" u="none" strike="noStrike">
              <a:solidFill>
                <a:srgbClr val="2F7F86"/>
              </a:solidFill>
              <a:effectLst/>
              <a:uFillTx/>
              <a:latin typeface="Calibri"/>
            </a:endParaRPr>
          </a:p>
        </p:txBody>
      </p:sp>
      <p:sp>
        <p:nvSpPr>
          <p:cNvPr id="75" name="PlaceHolder 15"/>
          <p:cNvSpPr>
            <a:spLocks noGrp="1"/>
          </p:cNvSpPr>
          <p:nvPr>
            <p:ph type="body" hasCustomPrompt="1"/>
          </p:nvPr>
        </p:nvSpPr>
        <p:spPr>
          <a:xfrm>
            <a:off x="7589520" y="1719000"/>
            <a:ext cx="822600" cy="255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221"/>
              </a:spcBef>
              <a:buNone/>
              <a:tabLst>
                <a:tab pos="0" algn="l"/>
              </a:tabLst>
              <a:defRPr lang="en-US" sz="1100" b="1" u="none" strike="noStrike">
                <a:solidFill>
                  <a:srgbClr val="2F7F86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221"/>
              </a:spcBef>
              <a:buNone/>
              <a:tabLst>
                <a:tab pos="0" algn="l"/>
              </a:tabLst>
            </a:pPr>
            <a:r>
              <a:rPr lang="en-US" sz="1100" b="1" u="none" strike="noStrike">
                <a:solidFill>
                  <a:srgbClr val="2F7F86"/>
                </a:solidFill>
                <a:effectLst/>
                <a:uFillTx/>
                <a:latin typeface="Calibri"/>
                <a:ea typeface="Calibri"/>
              </a:rPr>
              <a:t>Horaire</a:t>
            </a:r>
            <a:endParaRPr lang="en-US" sz="1100" b="1" u="none" strike="noStrike">
              <a:solidFill>
                <a:srgbClr val="2F7F86"/>
              </a:solidFill>
              <a:effectLst/>
              <a:uFillTx/>
              <a:latin typeface="Calibri"/>
            </a:endParaRPr>
          </a:p>
        </p:txBody>
      </p:sp>
      <p:sp>
        <p:nvSpPr>
          <p:cNvPr id="76" name="PlaceHolder 16"/>
          <p:cNvSpPr>
            <a:spLocks noGrp="1"/>
          </p:cNvSpPr>
          <p:nvPr>
            <p:ph type="body" hasCustomPrompt="1"/>
          </p:nvPr>
        </p:nvSpPr>
        <p:spPr>
          <a:xfrm>
            <a:off x="3474720" y="2816280"/>
            <a:ext cx="822600" cy="255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221"/>
              </a:spcBef>
              <a:buNone/>
              <a:tabLst>
                <a:tab pos="0" algn="l"/>
              </a:tabLst>
              <a:defRPr lang="en-US" sz="1100" b="1" u="none" strike="noStrike">
                <a:solidFill>
                  <a:srgbClr val="2F7F86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221"/>
              </a:spcBef>
              <a:buNone/>
              <a:tabLst>
                <a:tab pos="0" algn="l"/>
              </a:tabLst>
            </a:pPr>
            <a:r>
              <a:rPr lang="en-US" sz="1100" b="1" u="none" strike="noStrike">
                <a:solidFill>
                  <a:srgbClr val="2F7F86"/>
                </a:solidFill>
                <a:effectLst/>
                <a:uFillTx/>
                <a:latin typeface="Calibri"/>
                <a:ea typeface="Calibri"/>
              </a:rPr>
              <a:t>Horaire</a:t>
            </a:r>
            <a:endParaRPr lang="en-US" sz="1100" b="1" u="none" strike="noStrike">
              <a:solidFill>
                <a:srgbClr val="2F7F86"/>
              </a:solidFill>
              <a:effectLst/>
              <a:uFillTx/>
              <a:latin typeface="Calibri"/>
            </a:endParaRPr>
          </a:p>
        </p:txBody>
      </p:sp>
      <p:sp>
        <p:nvSpPr>
          <p:cNvPr id="77" name="PlaceHolder 17"/>
          <p:cNvSpPr>
            <a:spLocks noGrp="1"/>
          </p:cNvSpPr>
          <p:nvPr>
            <p:ph type="body" hasCustomPrompt="1"/>
          </p:nvPr>
        </p:nvSpPr>
        <p:spPr>
          <a:xfrm>
            <a:off x="7589520" y="2816280"/>
            <a:ext cx="822600" cy="255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221"/>
              </a:spcBef>
              <a:buNone/>
              <a:tabLst>
                <a:tab pos="0" algn="l"/>
              </a:tabLst>
              <a:defRPr lang="en-US" sz="1100" b="1" u="none" strike="noStrike">
                <a:solidFill>
                  <a:srgbClr val="2F7F86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221"/>
              </a:spcBef>
              <a:buNone/>
              <a:tabLst>
                <a:tab pos="0" algn="l"/>
              </a:tabLst>
            </a:pPr>
            <a:r>
              <a:rPr lang="en-US" sz="1100" b="1" u="none" strike="noStrike">
                <a:solidFill>
                  <a:srgbClr val="2F7F86"/>
                </a:solidFill>
                <a:effectLst/>
                <a:uFillTx/>
                <a:latin typeface="Calibri"/>
                <a:ea typeface="Calibri"/>
              </a:rPr>
              <a:t>Horaire</a:t>
            </a:r>
            <a:endParaRPr lang="en-US" sz="1100" b="1" u="none" strike="noStrike">
              <a:solidFill>
                <a:srgbClr val="2F7F86"/>
              </a:solidFill>
              <a:effectLst/>
              <a:uFillTx/>
              <a:latin typeface="Calibri"/>
            </a:endParaRPr>
          </a:p>
        </p:txBody>
      </p:sp>
      <p:sp>
        <p:nvSpPr>
          <p:cNvPr id="78" name="PlaceHolder 18"/>
          <p:cNvSpPr>
            <a:spLocks noGrp="1"/>
          </p:cNvSpPr>
          <p:nvPr>
            <p:ph type="body" hasCustomPrompt="1"/>
          </p:nvPr>
        </p:nvSpPr>
        <p:spPr>
          <a:xfrm>
            <a:off x="3474720" y="3913560"/>
            <a:ext cx="822600" cy="255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221"/>
              </a:spcBef>
              <a:buNone/>
              <a:tabLst>
                <a:tab pos="0" algn="l"/>
              </a:tabLst>
              <a:defRPr lang="en-US" sz="1100" b="1" u="none" strike="noStrike">
                <a:solidFill>
                  <a:srgbClr val="2F7F86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221"/>
              </a:spcBef>
              <a:buNone/>
              <a:tabLst>
                <a:tab pos="0" algn="l"/>
              </a:tabLst>
            </a:pPr>
            <a:r>
              <a:rPr lang="en-US" sz="1100" b="1" u="none" strike="noStrike">
                <a:solidFill>
                  <a:srgbClr val="2F7F86"/>
                </a:solidFill>
                <a:effectLst/>
                <a:uFillTx/>
                <a:latin typeface="Calibri"/>
                <a:ea typeface="Calibri"/>
              </a:rPr>
              <a:t>Horaire</a:t>
            </a:r>
            <a:endParaRPr lang="en-US" sz="1100" b="1" u="none" strike="noStrike">
              <a:solidFill>
                <a:srgbClr val="2F7F86"/>
              </a:solidFill>
              <a:effectLst/>
              <a:uFillTx/>
              <a:latin typeface="Calibri"/>
            </a:endParaRPr>
          </a:p>
        </p:txBody>
      </p:sp>
      <p:sp>
        <p:nvSpPr>
          <p:cNvPr id="79" name="PlaceHolder 19"/>
          <p:cNvSpPr>
            <a:spLocks noGrp="1"/>
          </p:cNvSpPr>
          <p:nvPr>
            <p:ph type="body" hasCustomPrompt="1"/>
          </p:nvPr>
        </p:nvSpPr>
        <p:spPr>
          <a:xfrm>
            <a:off x="7589520" y="3913560"/>
            <a:ext cx="822600" cy="255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spcBef>
                <a:spcPts val="221"/>
              </a:spcBef>
              <a:buNone/>
              <a:tabLst>
                <a:tab pos="0" algn="l"/>
              </a:tabLst>
              <a:defRPr lang="en-US" sz="1100" b="1" u="none" strike="noStrike">
                <a:solidFill>
                  <a:srgbClr val="2F7F86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spcBef>
                <a:spcPts val="221"/>
              </a:spcBef>
              <a:buNone/>
              <a:tabLst>
                <a:tab pos="0" algn="l"/>
              </a:tabLst>
            </a:pPr>
            <a:r>
              <a:rPr lang="en-US" sz="1100" b="1" u="none" strike="noStrike">
                <a:solidFill>
                  <a:srgbClr val="2F7F86"/>
                </a:solidFill>
                <a:effectLst/>
                <a:uFillTx/>
                <a:latin typeface="Calibri"/>
                <a:ea typeface="Calibri"/>
              </a:rPr>
              <a:t>Horaire</a:t>
            </a:r>
            <a:endParaRPr lang="en-US" sz="1100" b="1" u="none" strike="noStrike">
              <a:solidFill>
                <a:srgbClr val="2F7F86"/>
              </a:solidFill>
              <a:effectLst/>
              <a:uFillTx/>
              <a:latin typeface="Calibri"/>
            </a:endParaRPr>
          </a:p>
        </p:txBody>
      </p:sp>
      <p:sp>
        <p:nvSpPr>
          <p:cNvPr id="80" name="PlaceHolder 20"/>
          <p:cNvSpPr>
            <a:spLocks noGrp="1"/>
          </p:cNvSpPr>
          <p:nvPr>
            <p:ph type="sldNum" idx="4"/>
          </p:nvPr>
        </p:nvSpPr>
        <p:spPr>
          <a:xfrm>
            <a:off x="8138160" y="4754880"/>
            <a:ext cx="45684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5B6B70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0DF0AA0-B013-4989-8145-2FCFBF087AF5}" type="slidenum">
              <a:rPr lang="en-US" sz="900" b="0" u="none" strike="noStrike">
                <a:solidFill>
                  <a:srgbClr val="5B6B70"/>
                </a:solidFill>
                <a:effectLst/>
                <a:uFillTx/>
                <a:latin typeface="Calibri"/>
                <a:ea typeface="Calibri"/>
              </a:rPr>
              <a:t>&lt;numéro&gt;</a:t>
            </a:fld>
            <a:endParaRPr lang="fr-FR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TITRE">
    <p:bg>
      <p:bgPr>
        <a:solidFill>
          <a:srgbClr val="123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Image 0" descr="preencoded.png"/>
          <p:cNvPicPr/>
          <p:nvPr/>
        </p:nvPicPr>
        <p:blipFill>
          <a:blip r:embed="rId2"/>
          <a:stretch/>
        </p:blipFill>
        <p:spPr>
          <a:xfrm>
            <a:off x="5806440" y="1188720"/>
            <a:ext cx="2859840" cy="2018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" name="PlaceHolder 1"/>
          <p:cNvSpPr>
            <a:spLocks noGrp="1"/>
          </p:cNvSpPr>
          <p:nvPr>
            <p:ph type="body" hasCustomPrompt="1"/>
          </p:nvPr>
        </p:nvSpPr>
        <p:spPr>
          <a:xfrm>
            <a:off x="548640" y="640080"/>
            <a:ext cx="50288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21"/>
              </a:spcBef>
              <a:buNone/>
              <a:tabLst>
                <a:tab pos="0" algn="l"/>
              </a:tabLst>
              <a:defRPr lang="en-US" sz="1100" b="1" u="none" spc="201" strike="noStrike">
                <a:solidFill>
                  <a:srgbClr val="D98E0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21"/>
              </a:spcBef>
              <a:buNone/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D98E04"/>
                </a:solidFill>
                <a:effectLst/>
                <a:uFillTx/>
                <a:latin typeface="Calibri"/>
                <a:ea typeface="Calibri"/>
              </a:rPr>
              <a:t>REVUE INTERNE · DATE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title" hasCustomPrompt="1"/>
          </p:nvPr>
        </p:nvSpPr>
        <p:spPr>
          <a:xfrm>
            <a:off x="548640" y="1188720"/>
            <a:ext cx="5028840" cy="16455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Titre de la présentation</a:t>
            </a:r>
            <a:endParaRPr lang="en-US" sz="3200" b="1" u="none" strike="noStrike">
              <a:solidFill>
                <a:srgbClr val="FFFFFF"/>
              </a:solidFill>
              <a:effectLst/>
              <a:uFillTx/>
              <a:latin typeface="Cambri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body" hasCustomPrompt="1"/>
          </p:nvPr>
        </p:nvSpPr>
        <p:spPr>
          <a:xfrm>
            <a:off x="548640" y="2926080"/>
            <a:ext cx="4845960" cy="548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320"/>
              </a:spcBef>
              <a:buNone/>
              <a:tabLst>
                <a:tab pos="0" algn="l"/>
              </a:tabLst>
              <a:defRPr lang="en-US" sz="1600" b="0" i="1" u="none" strike="noStrike">
                <a:solidFill>
                  <a:srgbClr val="E4F0EE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320"/>
              </a:spcBef>
              <a:buNone/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E4F0EE"/>
                </a:solidFill>
                <a:effectLst/>
                <a:uFillTx/>
                <a:latin typeface="Calibri"/>
                <a:ea typeface="Calibri"/>
              </a:rPr>
              <a:t>Sous-titre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body" hasCustomPrompt="1"/>
          </p:nvPr>
        </p:nvSpPr>
        <p:spPr>
          <a:xfrm>
            <a:off x="548640" y="3931920"/>
            <a:ext cx="4571640" cy="548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41"/>
              </a:spcBef>
              <a:buNone/>
              <a:tabLst>
                <a:tab pos="0" algn="l"/>
              </a:tabLst>
              <a:def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41"/>
              </a:spcBef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Prénom Nom · Affiliation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_SECTION">
    <p:bg>
      <p:bgPr>
        <a:solidFill>
          <a:srgbClr val="1D4E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Image 0" descr="preencoded.png"/>
          <p:cNvPicPr/>
          <p:nvPr/>
        </p:nvPicPr>
        <p:blipFill>
          <a:blip r:embed="rId2"/>
          <a:stretch/>
        </p:blipFill>
        <p:spPr>
          <a:xfrm>
            <a:off x="6400800" y="2560320"/>
            <a:ext cx="1865160" cy="1316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7" name="PlaceHolder 1"/>
          <p:cNvSpPr>
            <a:spLocks noGrp="1"/>
          </p:cNvSpPr>
          <p:nvPr>
            <p:ph type="body" hasCustomPrompt="1"/>
          </p:nvPr>
        </p:nvSpPr>
        <p:spPr>
          <a:xfrm>
            <a:off x="548640" y="1097280"/>
            <a:ext cx="2742840" cy="1279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1760"/>
              </a:spcBef>
              <a:buNone/>
              <a:tabLst>
                <a:tab pos="0" algn="l"/>
              </a:tabLst>
              <a:defRPr lang="en-US" sz="8800" b="1" u="none" strike="noStrike">
                <a:solidFill>
                  <a:srgbClr val="D98E04"/>
                </a:solidFill>
                <a:effectLst/>
                <a:uFillTx/>
                <a:latin typeface="Cambria"/>
                <a:ea typeface="Cambria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1760"/>
              </a:spcBef>
              <a:buNone/>
              <a:tabLst>
                <a:tab pos="0" algn="l"/>
              </a:tabLst>
            </a:pPr>
            <a:r>
              <a:rPr lang="en-US" sz="8800" b="1" u="none" strike="noStrike">
                <a:solidFill>
                  <a:srgbClr val="D98E04"/>
                </a:solidFill>
                <a:effectLst/>
                <a:uFillTx/>
                <a:latin typeface="Cambria"/>
                <a:ea typeface="Cambria"/>
              </a:rPr>
              <a:t>01</a:t>
            </a:r>
            <a:endParaRPr lang="en-US" sz="8800" b="0" i="1" u="none" strike="noStrike">
              <a:solidFill>
                <a:srgbClr val="E4F0EE"/>
              </a:solidFill>
              <a:effectLst/>
              <a:uFillTx/>
              <a:latin typeface="Calibri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title" hasCustomPrompt="1"/>
          </p:nvPr>
        </p:nvSpPr>
        <p:spPr>
          <a:xfrm>
            <a:off x="548640" y="2468880"/>
            <a:ext cx="5668920" cy="639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Titre de section</a:t>
            </a:r>
            <a:endParaRPr lang="en-US" sz="3200" b="1" u="none" strike="noStrike">
              <a:solidFill>
                <a:srgbClr val="FFFFFF"/>
              </a:solidFill>
              <a:effectLst/>
              <a:uFillTx/>
              <a:latin typeface="Cambri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body" hasCustomPrompt="1"/>
          </p:nvPr>
        </p:nvSpPr>
        <p:spPr>
          <a:xfrm>
            <a:off x="548640" y="3154680"/>
            <a:ext cx="5486040" cy="365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300"/>
              </a:spcBef>
              <a:buNone/>
              <a:tabLst>
                <a:tab pos="0" algn="l"/>
              </a:tabLst>
              <a:defRPr lang="en-US" sz="1500" b="0" i="1" u="none" strike="noStrike">
                <a:solidFill>
                  <a:srgbClr val="E4F0EE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300"/>
              </a:spcBef>
              <a:buNone/>
              <a:tabLst>
                <a:tab pos="0" algn="l"/>
              </a:tabLst>
            </a:pPr>
            <a:r>
              <a:rPr lang="en-US" sz="1500" b="0" i="1" u="none" strike="noStrike">
                <a:solidFill>
                  <a:srgbClr val="E4F0EE"/>
                </a:solidFill>
                <a:effectLst/>
                <a:uFillTx/>
                <a:latin typeface="Calibri"/>
                <a:ea typeface="Calibri"/>
              </a:rPr>
              <a:t>Accroche de la section</a:t>
            </a:r>
            <a:endParaRPr lang="en-US" sz="1500" b="0" i="1" u="none" strike="noStrike">
              <a:solidFill>
                <a:srgbClr val="E4F0EE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3_CONTENU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 0"/>
          <p:cNvSpPr/>
          <p:nvPr/>
        </p:nvSpPr>
        <p:spPr>
          <a:xfrm>
            <a:off x="548640" y="4754880"/>
            <a:ext cx="3657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B6B70"/>
                </a:solidFill>
                <a:effectLst/>
                <a:uFillTx/>
                <a:latin typeface="Calibri"/>
                <a:ea typeface="Calibri"/>
              </a:rPr>
              <a:t>Service ReLM · INIST-CNRS · Revue interne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91" name="PlaceHolder 1"/>
          <p:cNvSpPr>
            <a:spLocks noGrp="1"/>
          </p:cNvSpPr>
          <p:nvPr>
            <p:ph type="title" hasCustomPrompt="1"/>
          </p:nvPr>
        </p:nvSpPr>
        <p:spPr>
          <a:xfrm>
            <a:off x="548640" y="365760"/>
            <a:ext cx="8046360" cy="548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2800" b="1" u="none" strike="noStrike">
                <a:solidFill>
                  <a:srgbClr val="12343B"/>
                </a:solidFill>
                <a:effectLst/>
                <a:uFillTx/>
                <a:latin typeface="Cambria"/>
                <a:ea typeface="Cambri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1" u="none" strike="noStrike">
                <a:solidFill>
                  <a:srgbClr val="12343B"/>
                </a:solidFill>
                <a:effectLst/>
                <a:uFillTx/>
                <a:latin typeface="Cambria"/>
                <a:ea typeface="Cambria"/>
              </a:rPr>
              <a:t>Titre de la diapositive</a:t>
            </a:r>
            <a:endParaRPr lang="en-US" sz="2800" b="1" u="none" strike="noStrike">
              <a:solidFill>
                <a:srgbClr val="12343B"/>
              </a:solidFill>
              <a:effectLst/>
              <a:uFillTx/>
              <a:latin typeface="Cambria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 hasCustomPrompt="1"/>
          </p:nvPr>
        </p:nvSpPr>
        <p:spPr>
          <a:xfrm>
            <a:off x="548640" y="914400"/>
            <a:ext cx="8046360" cy="319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61"/>
              </a:spcBef>
              <a:buNone/>
              <a:tabLst>
                <a:tab pos="0" algn="l"/>
              </a:tabLst>
              <a:defRPr lang="en-US" sz="1300" b="0" i="1" u="none" strike="noStrike">
                <a:solidFill>
                  <a:srgbClr val="5B6B70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61"/>
              </a:spcBef>
              <a:buNone/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5B6B70"/>
                </a:solidFill>
                <a:effectLst/>
                <a:uFillTx/>
                <a:latin typeface="Calibri"/>
                <a:ea typeface="Calibri"/>
              </a:rPr>
              <a:t>Sous-titre ou message clé</a:t>
            </a:r>
            <a:endParaRPr lang="en-US" sz="1300" b="0" u="none" strike="noStrike">
              <a:solidFill>
                <a:srgbClr val="1F2A2E"/>
              </a:solidFill>
              <a:effectLst/>
              <a:uFillTx/>
              <a:latin typeface="Calibri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 hasCustomPrompt="1"/>
          </p:nvPr>
        </p:nvSpPr>
        <p:spPr>
          <a:xfrm>
            <a:off x="548640" y="1463040"/>
            <a:ext cx="8046360" cy="3108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320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rgbClr val="1F2A2E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320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rgbClr val="1F2A2E"/>
                </a:solidFill>
                <a:effectLst/>
                <a:uFillTx/>
                <a:latin typeface="Calibri"/>
                <a:ea typeface="Calibri"/>
              </a:rPr>
              <a:t>Texte ou liste à puces</a:t>
            </a:r>
            <a:endParaRPr lang="en-US" sz="1600" b="0" u="none" strike="noStrike">
              <a:solidFill>
                <a:srgbClr val="1F2A2E"/>
              </a:solidFill>
              <a:effectLst/>
              <a:uFillTx/>
              <a:latin typeface="Calibri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 type="sldNum" idx="5"/>
          </p:nvPr>
        </p:nvSpPr>
        <p:spPr>
          <a:xfrm>
            <a:off x="8138160" y="4754880"/>
            <a:ext cx="45684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5B6B70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72C8D47-CBC9-4CEB-BB4F-72AC427C720A}" type="slidenum">
              <a:rPr lang="en-US" sz="900" b="0" u="none" strike="noStrike">
                <a:solidFill>
                  <a:srgbClr val="5B6B70"/>
                </a:solidFill>
                <a:effectLst/>
                <a:uFillTx/>
                <a:latin typeface="Calibri"/>
                <a:ea typeface="Calibri"/>
              </a:rPr>
              <a:t>&lt;numéro&gt;</a:t>
            </a:fld>
            <a:endParaRPr lang="fr-FR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4_DEUX_COLONNE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ext 0"/>
          <p:cNvSpPr/>
          <p:nvPr/>
        </p:nvSpPr>
        <p:spPr>
          <a:xfrm>
            <a:off x="548640" y="4754880"/>
            <a:ext cx="3657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B6B70"/>
                </a:solidFill>
                <a:effectLst/>
                <a:uFillTx/>
                <a:latin typeface="Calibri"/>
                <a:ea typeface="Calibri"/>
              </a:rPr>
              <a:t>Service ReLM · INIST-CNRS · Revue interne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96" name="PlaceHolder 1"/>
          <p:cNvSpPr>
            <a:spLocks noGrp="1"/>
          </p:cNvSpPr>
          <p:nvPr>
            <p:ph type="title" hasCustomPrompt="1"/>
          </p:nvPr>
        </p:nvSpPr>
        <p:spPr>
          <a:xfrm>
            <a:off x="548640" y="365760"/>
            <a:ext cx="8046360" cy="548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2800" b="1" u="none" strike="noStrike">
                <a:solidFill>
                  <a:srgbClr val="12343B"/>
                </a:solidFill>
                <a:effectLst/>
                <a:uFillTx/>
                <a:latin typeface="Cambria"/>
                <a:ea typeface="Cambri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1" u="none" strike="noStrike">
                <a:solidFill>
                  <a:srgbClr val="12343B"/>
                </a:solidFill>
                <a:effectLst/>
                <a:uFillTx/>
                <a:latin typeface="Cambria"/>
                <a:ea typeface="Cambria"/>
              </a:rPr>
              <a:t>Titre de la diapositive</a:t>
            </a:r>
            <a:endParaRPr lang="en-US" sz="2800" b="1" u="none" strike="noStrike">
              <a:solidFill>
                <a:srgbClr val="12343B"/>
              </a:solidFill>
              <a:effectLst/>
              <a:uFillTx/>
              <a:latin typeface="Cambri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body" hasCustomPrompt="1"/>
          </p:nvPr>
        </p:nvSpPr>
        <p:spPr>
          <a:xfrm>
            <a:off x="548640" y="914400"/>
            <a:ext cx="8046360" cy="319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61"/>
              </a:spcBef>
              <a:buNone/>
              <a:tabLst>
                <a:tab pos="0" algn="l"/>
              </a:tabLst>
              <a:defRPr lang="en-US" sz="1300" b="0" i="1" u="none" strike="noStrike">
                <a:solidFill>
                  <a:srgbClr val="5B6B70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61"/>
              </a:spcBef>
              <a:buNone/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5B6B70"/>
                </a:solidFill>
                <a:effectLst/>
                <a:uFillTx/>
                <a:latin typeface="Calibri"/>
                <a:ea typeface="Calibri"/>
              </a:rPr>
              <a:t>Sous-titre ou message clé</a:t>
            </a:r>
            <a:endParaRPr lang="en-US" sz="1300" b="0" u="none" strike="noStrike">
              <a:solidFill>
                <a:srgbClr val="1F2A2E"/>
              </a:solidFill>
              <a:effectLst/>
              <a:uFillTx/>
              <a:latin typeface="Calibri"/>
            </a:endParaRPr>
          </a:p>
        </p:txBody>
      </p:sp>
      <p:sp>
        <p:nvSpPr>
          <p:cNvPr id="98" name="Shape 1"/>
          <p:cNvSpPr/>
          <p:nvPr/>
        </p:nvSpPr>
        <p:spPr>
          <a:xfrm>
            <a:off x="548640" y="1463040"/>
            <a:ext cx="3885840" cy="3108600"/>
          </a:xfrm>
          <a:prstGeom prst="rect">
            <a:avLst/>
          </a:prstGeom>
          <a:solidFill>
            <a:srgbClr val="E4F0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 type="body" hasCustomPrompt="1"/>
          </p:nvPr>
        </p:nvSpPr>
        <p:spPr>
          <a:xfrm>
            <a:off x="777240" y="1645920"/>
            <a:ext cx="3428640" cy="2742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rgbClr val="1F2A2E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1F2A2E"/>
                </a:solidFill>
                <a:effectLst/>
                <a:uFillTx/>
                <a:latin typeface="Calibri"/>
                <a:ea typeface="Calibri"/>
              </a:rPr>
              <a:t>Colonne de gauche</a:t>
            </a:r>
            <a:endParaRPr lang="en-US" sz="1400" b="0" u="none" strike="noStrike">
              <a:solidFill>
                <a:srgbClr val="1F2A2E"/>
              </a:solidFill>
              <a:effectLst/>
              <a:uFillTx/>
              <a:latin typeface="Calibri"/>
            </a:endParaRPr>
          </a:p>
        </p:txBody>
      </p:sp>
      <p:sp>
        <p:nvSpPr>
          <p:cNvPr id="100" name="PlaceHolder 4"/>
          <p:cNvSpPr>
            <a:spLocks noGrp="1"/>
          </p:cNvSpPr>
          <p:nvPr>
            <p:ph type="body" hasCustomPrompt="1"/>
          </p:nvPr>
        </p:nvSpPr>
        <p:spPr>
          <a:xfrm>
            <a:off x="4709160" y="1645920"/>
            <a:ext cx="3885840" cy="2742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rgbClr val="1F2A2E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1F2A2E"/>
                </a:solidFill>
                <a:effectLst/>
                <a:uFillTx/>
                <a:latin typeface="Calibri"/>
                <a:ea typeface="Calibri"/>
              </a:rPr>
              <a:t>Colonne de droite</a:t>
            </a:r>
            <a:endParaRPr lang="en-US" sz="1400" b="0" u="none" strike="noStrike">
              <a:solidFill>
                <a:srgbClr val="1F2A2E"/>
              </a:solidFill>
              <a:effectLst/>
              <a:uFillTx/>
              <a:latin typeface="Calibri"/>
            </a:endParaRPr>
          </a:p>
        </p:txBody>
      </p:sp>
      <p:sp>
        <p:nvSpPr>
          <p:cNvPr id="101" name="PlaceHolder 5"/>
          <p:cNvSpPr>
            <a:spLocks noGrp="1"/>
          </p:cNvSpPr>
          <p:nvPr>
            <p:ph type="sldNum" idx="6"/>
          </p:nvPr>
        </p:nvSpPr>
        <p:spPr>
          <a:xfrm>
            <a:off x="8138160" y="4754880"/>
            <a:ext cx="45684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5B6B70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30A9ABF-B759-47EA-9468-70F2D4B46778}" type="slidenum">
              <a:rPr lang="en-US" sz="900" b="0" u="none" strike="noStrike">
                <a:solidFill>
                  <a:srgbClr val="5B6B70"/>
                </a:solidFill>
                <a:effectLst/>
                <a:uFillTx/>
                <a:latin typeface="Calibri"/>
                <a:ea typeface="Calibri"/>
              </a:rPr>
              <a:t>&lt;numéro&gt;</a:t>
            </a:fld>
            <a:endParaRPr lang="fr-FR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5_TROIS_BLOC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 0"/>
          <p:cNvSpPr/>
          <p:nvPr/>
        </p:nvSpPr>
        <p:spPr>
          <a:xfrm>
            <a:off x="548640" y="4754880"/>
            <a:ext cx="3657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B6B70"/>
                </a:solidFill>
                <a:effectLst/>
                <a:uFillTx/>
                <a:latin typeface="Calibri"/>
                <a:ea typeface="Calibri"/>
              </a:rPr>
              <a:t>Service ReLM · INIST-CNRS · Revue interne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03" name="PlaceHolder 1"/>
          <p:cNvSpPr>
            <a:spLocks noGrp="1"/>
          </p:cNvSpPr>
          <p:nvPr>
            <p:ph type="title" hasCustomPrompt="1"/>
          </p:nvPr>
        </p:nvSpPr>
        <p:spPr>
          <a:xfrm>
            <a:off x="548640" y="365760"/>
            <a:ext cx="8046360" cy="548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2800" b="1" u="none" strike="noStrike">
                <a:solidFill>
                  <a:srgbClr val="12343B"/>
                </a:solidFill>
                <a:effectLst/>
                <a:uFillTx/>
                <a:latin typeface="Cambria"/>
                <a:ea typeface="Cambri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1" u="none" strike="noStrike">
                <a:solidFill>
                  <a:srgbClr val="12343B"/>
                </a:solidFill>
                <a:effectLst/>
                <a:uFillTx/>
                <a:latin typeface="Cambria"/>
                <a:ea typeface="Cambria"/>
              </a:rPr>
              <a:t>Titre de la diapositive</a:t>
            </a:r>
            <a:endParaRPr lang="en-US" sz="2800" b="1" u="none" strike="noStrike">
              <a:solidFill>
                <a:srgbClr val="12343B"/>
              </a:solidFill>
              <a:effectLst/>
              <a:uFillTx/>
              <a:latin typeface="Cambria"/>
            </a:endParaRPr>
          </a:p>
        </p:txBody>
      </p:sp>
      <p:sp>
        <p:nvSpPr>
          <p:cNvPr id="104" name="Shape 1"/>
          <p:cNvSpPr/>
          <p:nvPr/>
        </p:nvSpPr>
        <p:spPr>
          <a:xfrm>
            <a:off x="548640" y="1234440"/>
            <a:ext cx="2514240" cy="3245760"/>
          </a:xfrm>
          <a:prstGeom prst="rect">
            <a:avLst/>
          </a:prstGeom>
          <a:solidFill>
            <a:srgbClr val="E4F0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05" name="Shape 2"/>
          <p:cNvSpPr/>
          <p:nvPr/>
        </p:nvSpPr>
        <p:spPr>
          <a:xfrm>
            <a:off x="3291840" y="1234440"/>
            <a:ext cx="2514240" cy="3245760"/>
          </a:xfrm>
          <a:prstGeom prst="rect">
            <a:avLst/>
          </a:prstGeom>
          <a:solidFill>
            <a:srgbClr val="123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106" name="Shape 3"/>
          <p:cNvSpPr/>
          <p:nvPr/>
        </p:nvSpPr>
        <p:spPr>
          <a:xfrm>
            <a:off x="6035040" y="1234440"/>
            <a:ext cx="2514240" cy="3245760"/>
          </a:xfrm>
          <a:prstGeom prst="rect">
            <a:avLst/>
          </a:prstGeom>
          <a:solidFill>
            <a:srgbClr val="E4F0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107" name="Image 0" descr="preencoded.png"/>
          <p:cNvPicPr/>
          <p:nvPr/>
        </p:nvPicPr>
        <p:blipFill>
          <a:blip r:embed="rId2"/>
          <a:stretch/>
        </p:blipFill>
        <p:spPr>
          <a:xfrm>
            <a:off x="822960" y="1417320"/>
            <a:ext cx="870120" cy="614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8" name="Image 1" descr="preencoded.png"/>
          <p:cNvPicPr/>
          <p:nvPr/>
        </p:nvPicPr>
        <p:blipFill>
          <a:blip r:embed="rId3"/>
          <a:stretch/>
        </p:blipFill>
        <p:spPr>
          <a:xfrm>
            <a:off x="3566160" y="1417320"/>
            <a:ext cx="870120" cy="614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9" name="Image 2" descr="preencoded.png"/>
          <p:cNvPicPr/>
          <p:nvPr/>
        </p:nvPicPr>
        <p:blipFill>
          <a:blip r:embed="rId4"/>
          <a:stretch/>
        </p:blipFill>
        <p:spPr>
          <a:xfrm>
            <a:off x="6309360" y="1417320"/>
            <a:ext cx="870120" cy="614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0" name="PlaceHolder 2"/>
          <p:cNvSpPr>
            <a:spLocks noGrp="1"/>
          </p:cNvSpPr>
          <p:nvPr>
            <p:ph type="body" hasCustomPrompt="1"/>
          </p:nvPr>
        </p:nvSpPr>
        <p:spPr>
          <a:xfrm>
            <a:off x="822960" y="2240280"/>
            <a:ext cx="2011320" cy="365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320"/>
              </a:spcBef>
              <a:buNone/>
              <a:tabLst>
                <a:tab pos="0" algn="l"/>
              </a:tabLst>
              <a:defRPr lang="en-US" sz="1600" b="1" u="none" strike="noStrike">
                <a:solidFill>
                  <a:srgbClr val="12343B"/>
                </a:solidFill>
                <a:effectLst/>
                <a:uFillTx/>
                <a:latin typeface="Cambria"/>
                <a:ea typeface="Cambria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320"/>
              </a:spcBef>
              <a:buNone/>
              <a:tabLst>
                <a:tab pos="0" algn="l"/>
              </a:tabLst>
            </a:pPr>
            <a:r>
              <a:rPr lang="en-US" sz="1600" b="1" u="none" strike="noStrike">
                <a:solidFill>
                  <a:srgbClr val="12343B"/>
                </a:solidFill>
                <a:effectLst/>
                <a:uFillTx/>
                <a:latin typeface="Cambria"/>
                <a:ea typeface="Cambria"/>
              </a:rPr>
              <a:t>Titre du bloc</a:t>
            </a:r>
            <a:endParaRPr lang="en-US" sz="1600" b="0" u="none" strike="noStrike">
              <a:solidFill>
                <a:srgbClr val="1F2A2E"/>
              </a:solidFill>
              <a:effectLst/>
              <a:uFillTx/>
              <a:latin typeface="Calibri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 type="body" hasCustomPrompt="1"/>
          </p:nvPr>
        </p:nvSpPr>
        <p:spPr>
          <a:xfrm>
            <a:off x="3566160" y="2240280"/>
            <a:ext cx="2011320" cy="365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320"/>
              </a:spcBef>
              <a:buNone/>
              <a:tabLst>
                <a:tab pos="0" algn="l"/>
              </a:tabLst>
              <a:defRPr lang="en-US" sz="1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320"/>
              </a:spcBef>
              <a:buNone/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Titre du bloc</a:t>
            </a:r>
            <a:endParaRPr lang="en-US" sz="1600" b="0" u="none" strike="noStrike">
              <a:solidFill>
                <a:srgbClr val="1F2A2E"/>
              </a:solidFill>
              <a:effectLst/>
              <a:uFillTx/>
              <a:latin typeface="Calibri"/>
            </a:endParaRPr>
          </a:p>
        </p:txBody>
      </p:sp>
      <p:sp>
        <p:nvSpPr>
          <p:cNvPr id="112" name="PlaceHolder 4"/>
          <p:cNvSpPr>
            <a:spLocks noGrp="1"/>
          </p:cNvSpPr>
          <p:nvPr>
            <p:ph type="body" hasCustomPrompt="1"/>
          </p:nvPr>
        </p:nvSpPr>
        <p:spPr>
          <a:xfrm>
            <a:off x="6309360" y="2240280"/>
            <a:ext cx="2011320" cy="365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320"/>
              </a:spcBef>
              <a:buNone/>
              <a:tabLst>
                <a:tab pos="0" algn="l"/>
              </a:tabLst>
              <a:defRPr lang="en-US" sz="1600" b="1" u="none" strike="noStrike">
                <a:solidFill>
                  <a:srgbClr val="12343B"/>
                </a:solidFill>
                <a:effectLst/>
                <a:uFillTx/>
                <a:latin typeface="Cambria"/>
                <a:ea typeface="Cambria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320"/>
              </a:spcBef>
              <a:buNone/>
              <a:tabLst>
                <a:tab pos="0" algn="l"/>
              </a:tabLst>
            </a:pPr>
            <a:r>
              <a:rPr lang="en-US" sz="1600" b="1" u="none" strike="noStrike">
                <a:solidFill>
                  <a:srgbClr val="12343B"/>
                </a:solidFill>
                <a:effectLst/>
                <a:uFillTx/>
                <a:latin typeface="Cambria"/>
                <a:ea typeface="Cambria"/>
              </a:rPr>
              <a:t>Titre du bloc</a:t>
            </a:r>
            <a:endParaRPr lang="en-US" sz="1600" b="0" u="none" strike="noStrike">
              <a:solidFill>
                <a:srgbClr val="1F2A2E"/>
              </a:solidFill>
              <a:effectLst/>
              <a:uFillTx/>
              <a:latin typeface="Calibri"/>
            </a:endParaRPr>
          </a:p>
        </p:txBody>
      </p:sp>
      <p:sp>
        <p:nvSpPr>
          <p:cNvPr id="113" name="PlaceHolder 5"/>
          <p:cNvSpPr>
            <a:spLocks noGrp="1"/>
          </p:cNvSpPr>
          <p:nvPr>
            <p:ph type="body" hasCustomPrompt="1"/>
          </p:nvPr>
        </p:nvSpPr>
        <p:spPr>
          <a:xfrm>
            <a:off x="822960" y="2697480"/>
            <a:ext cx="2011320" cy="16455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41"/>
              </a:spcBef>
              <a:buNone/>
              <a:tabLst>
                <a:tab pos="0" algn="l"/>
              </a:tabLst>
              <a:defRPr lang="en-US" sz="1200" b="0" u="none" strike="noStrike">
                <a:solidFill>
                  <a:srgbClr val="1F2A2E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41"/>
              </a:spcBef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1F2A2E"/>
                </a:solidFill>
                <a:effectLst/>
                <a:uFillTx/>
                <a:latin typeface="Calibri"/>
                <a:ea typeface="Calibri"/>
              </a:rPr>
              <a:t>Texte du bloc</a:t>
            </a:r>
            <a:endParaRPr lang="en-US" sz="1200" b="0" u="none" strike="noStrike">
              <a:solidFill>
                <a:srgbClr val="1F2A2E"/>
              </a:solidFill>
              <a:effectLst/>
              <a:uFillTx/>
              <a:latin typeface="Calibri"/>
            </a:endParaRPr>
          </a:p>
        </p:txBody>
      </p:sp>
      <p:sp>
        <p:nvSpPr>
          <p:cNvPr id="114" name="PlaceHolder 6"/>
          <p:cNvSpPr>
            <a:spLocks noGrp="1"/>
          </p:cNvSpPr>
          <p:nvPr>
            <p:ph type="body" hasCustomPrompt="1"/>
          </p:nvPr>
        </p:nvSpPr>
        <p:spPr>
          <a:xfrm>
            <a:off x="3566160" y="2697480"/>
            <a:ext cx="2011320" cy="16455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41"/>
              </a:spcBef>
              <a:buNone/>
              <a:tabLst>
                <a:tab pos="0" algn="l"/>
              </a:tabLst>
              <a:def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41"/>
              </a:spcBef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Texte du bloc</a:t>
            </a:r>
            <a:endParaRPr lang="en-US" sz="1200" b="0" u="none" strike="noStrike">
              <a:solidFill>
                <a:srgbClr val="1F2A2E"/>
              </a:solidFill>
              <a:effectLst/>
              <a:uFillTx/>
              <a:latin typeface="Calibri"/>
            </a:endParaRPr>
          </a:p>
        </p:txBody>
      </p:sp>
      <p:sp>
        <p:nvSpPr>
          <p:cNvPr id="115" name="PlaceHolder 7"/>
          <p:cNvSpPr>
            <a:spLocks noGrp="1"/>
          </p:cNvSpPr>
          <p:nvPr>
            <p:ph type="body" hasCustomPrompt="1"/>
          </p:nvPr>
        </p:nvSpPr>
        <p:spPr>
          <a:xfrm>
            <a:off x="6309360" y="2697480"/>
            <a:ext cx="2011320" cy="16455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41"/>
              </a:spcBef>
              <a:buNone/>
              <a:tabLst>
                <a:tab pos="0" algn="l"/>
              </a:tabLst>
              <a:defRPr lang="en-US" sz="1200" b="0" u="none" strike="noStrike">
                <a:solidFill>
                  <a:srgbClr val="1F2A2E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41"/>
              </a:spcBef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1F2A2E"/>
                </a:solidFill>
                <a:effectLst/>
                <a:uFillTx/>
                <a:latin typeface="Calibri"/>
                <a:ea typeface="Calibri"/>
              </a:rPr>
              <a:t>Texte du bloc</a:t>
            </a:r>
            <a:endParaRPr lang="en-US" sz="1200" b="0" u="none" strike="noStrike">
              <a:solidFill>
                <a:srgbClr val="1F2A2E"/>
              </a:solidFill>
              <a:effectLst/>
              <a:uFillTx/>
              <a:latin typeface="Calibri"/>
            </a:endParaRPr>
          </a:p>
        </p:txBody>
      </p:sp>
      <p:sp>
        <p:nvSpPr>
          <p:cNvPr id="116" name="PlaceHolder 8"/>
          <p:cNvSpPr>
            <a:spLocks noGrp="1"/>
          </p:cNvSpPr>
          <p:nvPr>
            <p:ph type="sldNum" idx="7"/>
          </p:nvPr>
        </p:nvSpPr>
        <p:spPr>
          <a:xfrm>
            <a:off x="8138160" y="4754880"/>
            <a:ext cx="45684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5B6B70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32372EE-F6D7-4FBF-97D2-8B0B8CA8AA0B}" type="slidenum">
              <a:rPr lang="en-US" sz="900" b="0" u="none" strike="noStrike">
                <a:solidFill>
                  <a:srgbClr val="5B6B70"/>
                </a:solidFill>
                <a:effectLst/>
                <a:uFillTx/>
                <a:latin typeface="Calibri"/>
                <a:ea typeface="Calibri"/>
              </a:rPr>
              <a:t>&lt;numéro&gt;</a:t>
            </a:fld>
            <a:endParaRPr lang="fr-FR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6_CHIFFRE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ext 0"/>
          <p:cNvSpPr/>
          <p:nvPr/>
        </p:nvSpPr>
        <p:spPr>
          <a:xfrm>
            <a:off x="548640" y="4754880"/>
            <a:ext cx="3657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B6B70"/>
                </a:solidFill>
                <a:effectLst/>
                <a:uFillTx/>
                <a:latin typeface="Calibri"/>
                <a:ea typeface="Calibri"/>
              </a:rPr>
              <a:t>Service ReLM · INIST-CNRS · Revue interne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18" name="PlaceHolder 1"/>
          <p:cNvSpPr>
            <a:spLocks noGrp="1"/>
          </p:cNvSpPr>
          <p:nvPr>
            <p:ph type="title" hasCustomPrompt="1"/>
          </p:nvPr>
        </p:nvSpPr>
        <p:spPr>
          <a:xfrm>
            <a:off x="548640" y="365760"/>
            <a:ext cx="8046360" cy="548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2800" b="1" u="none" strike="noStrike">
                <a:solidFill>
                  <a:srgbClr val="12343B"/>
                </a:solidFill>
                <a:effectLst/>
                <a:uFillTx/>
                <a:latin typeface="Cambria"/>
                <a:ea typeface="Cambri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1" u="none" strike="noStrike">
                <a:solidFill>
                  <a:srgbClr val="12343B"/>
                </a:solidFill>
                <a:effectLst/>
                <a:uFillTx/>
                <a:latin typeface="Cambria"/>
                <a:ea typeface="Cambria"/>
              </a:rPr>
              <a:t>Titre de la diapositive</a:t>
            </a:r>
            <a:endParaRPr lang="en-US" sz="2800" b="1" u="none" strike="noStrike">
              <a:solidFill>
                <a:srgbClr val="12343B"/>
              </a:solidFill>
              <a:effectLst/>
              <a:uFillTx/>
              <a:latin typeface="Cambria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 type="body" hasCustomPrompt="1"/>
          </p:nvPr>
        </p:nvSpPr>
        <p:spPr>
          <a:xfrm>
            <a:off x="548640" y="914400"/>
            <a:ext cx="8046360" cy="319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61"/>
              </a:spcBef>
              <a:buNone/>
              <a:tabLst>
                <a:tab pos="0" algn="l"/>
              </a:tabLst>
              <a:defRPr lang="en-US" sz="1300" b="0" i="1" u="none" strike="noStrike">
                <a:solidFill>
                  <a:srgbClr val="5B6B70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61"/>
              </a:spcBef>
              <a:buNone/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5B6B70"/>
                </a:solidFill>
                <a:effectLst/>
                <a:uFillTx/>
                <a:latin typeface="Calibri"/>
                <a:ea typeface="Calibri"/>
              </a:rPr>
              <a:t>Sous-titre ou message clé</a:t>
            </a:r>
            <a:endParaRPr lang="en-US" sz="1300" b="0" i="1" u="none" strike="noStrike">
              <a:solidFill>
                <a:srgbClr val="5B6B70"/>
              </a:solidFill>
              <a:effectLst/>
              <a:uFillTx/>
              <a:latin typeface="Calibri"/>
            </a:endParaRPr>
          </a:p>
        </p:txBody>
      </p:sp>
      <p:sp>
        <p:nvSpPr>
          <p:cNvPr id="120" name="Shape 1"/>
          <p:cNvSpPr/>
          <p:nvPr/>
        </p:nvSpPr>
        <p:spPr>
          <a:xfrm>
            <a:off x="548640" y="1600200"/>
            <a:ext cx="1828440" cy="2102760"/>
          </a:xfrm>
          <a:prstGeom prst="rect">
            <a:avLst/>
          </a:prstGeom>
          <a:solidFill>
            <a:srgbClr val="123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121" name="Shape 2"/>
          <p:cNvSpPr/>
          <p:nvPr/>
        </p:nvSpPr>
        <p:spPr>
          <a:xfrm>
            <a:off x="2606040" y="1600200"/>
            <a:ext cx="1828440" cy="2102760"/>
          </a:xfrm>
          <a:prstGeom prst="rect">
            <a:avLst/>
          </a:prstGeom>
          <a:solidFill>
            <a:srgbClr val="E4F0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22" name="Shape 3"/>
          <p:cNvSpPr/>
          <p:nvPr/>
        </p:nvSpPr>
        <p:spPr>
          <a:xfrm>
            <a:off x="4663440" y="1600200"/>
            <a:ext cx="1828440" cy="2102760"/>
          </a:xfrm>
          <a:prstGeom prst="rect">
            <a:avLst/>
          </a:prstGeom>
          <a:solidFill>
            <a:srgbClr val="E4F0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23" name="Shape 4"/>
          <p:cNvSpPr/>
          <p:nvPr/>
        </p:nvSpPr>
        <p:spPr>
          <a:xfrm>
            <a:off x="6720840" y="1600200"/>
            <a:ext cx="1828440" cy="2102760"/>
          </a:xfrm>
          <a:prstGeom prst="rect">
            <a:avLst/>
          </a:prstGeom>
          <a:solidFill>
            <a:srgbClr val="E4F0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 type="body" hasCustomPrompt="1"/>
          </p:nvPr>
        </p:nvSpPr>
        <p:spPr>
          <a:xfrm>
            <a:off x="548640" y="1965960"/>
            <a:ext cx="1828440" cy="822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ctr" defTabSz="914400">
              <a:lnSpc>
                <a:spcPct val="100000"/>
              </a:lnSpc>
              <a:spcBef>
                <a:spcPts val="760"/>
              </a:spcBef>
              <a:buNone/>
              <a:tabLst>
                <a:tab pos="0" algn="l"/>
              </a:tabLst>
              <a:defRPr lang="en-US" sz="3800" b="1" u="none" strike="noStrike">
                <a:solidFill>
                  <a:srgbClr val="D98E04"/>
                </a:solidFill>
                <a:effectLst/>
                <a:uFillTx/>
                <a:latin typeface="Cambria"/>
                <a:ea typeface="Cambria"/>
              </a:defRPr>
            </a:lvl1pPr>
          </a:lstStyle>
          <a:p>
            <a:pPr indent="0" algn="ctr" defTabSz="914400">
              <a:lnSpc>
                <a:spcPct val="100000"/>
              </a:lnSpc>
              <a:spcBef>
                <a:spcPts val="760"/>
              </a:spcBef>
              <a:buNone/>
              <a:tabLst>
                <a:tab pos="0" algn="l"/>
              </a:tabLst>
            </a:pPr>
            <a:r>
              <a:rPr lang="en-US" sz="3800" b="1" u="none" strike="noStrike">
                <a:solidFill>
                  <a:srgbClr val="D98E04"/>
                </a:solidFill>
                <a:effectLst/>
                <a:uFillTx/>
                <a:latin typeface="Cambria"/>
                <a:ea typeface="Cambria"/>
              </a:rPr>
              <a:t>00</a:t>
            </a:r>
            <a:endParaRPr lang="en-US" sz="3800" b="0" i="1" u="none" strike="noStrike">
              <a:solidFill>
                <a:srgbClr val="5B6B70"/>
              </a:solidFill>
              <a:effectLst/>
              <a:uFillTx/>
              <a:latin typeface="Calibri"/>
            </a:endParaRPr>
          </a:p>
        </p:txBody>
      </p:sp>
      <p:sp>
        <p:nvSpPr>
          <p:cNvPr id="125" name="PlaceHolder 4"/>
          <p:cNvSpPr>
            <a:spLocks noGrp="1"/>
          </p:cNvSpPr>
          <p:nvPr>
            <p:ph type="body" hasCustomPrompt="1"/>
          </p:nvPr>
        </p:nvSpPr>
        <p:spPr>
          <a:xfrm>
            <a:off x="2606040" y="1965960"/>
            <a:ext cx="1828440" cy="822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ctr" defTabSz="914400">
              <a:lnSpc>
                <a:spcPct val="100000"/>
              </a:lnSpc>
              <a:spcBef>
                <a:spcPts val="760"/>
              </a:spcBef>
              <a:buNone/>
              <a:tabLst>
                <a:tab pos="0" algn="l"/>
              </a:tabLst>
              <a:defRPr lang="en-US" sz="3800" b="1" u="none" strike="noStrike">
                <a:solidFill>
                  <a:srgbClr val="12343B"/>
                </a:solidFill>
                <a:effectLst/>
                <a:uFillTx/>
                <a:latin typeface="Cambria"/>
                <a:ea typeface="Cambria"/>
              </a:defRPr>
            </a:lvl1pPr>
          </a:lstStyle>
          <a:p>
            <a:pPr indent="0" algn="ctr" defTabSz="914400">
              <a:lnSpc>
                <a:spcPct val="100000"/>
              </a:lnSpc>
              <a:spcBef>
                <a:spcPts val="760"/>
              </a:spcBef>
              <a:buNone/>
              <a:tabLst>
                <a:tab pos="0" algn="l"/>
              </a:tabLst>
            </a:pPr>
            <a:r>
              <a:rPr lang="en-US" sz="3800" b="1" u="none" strike="noStrike">
                <a:solidFill>
                  <a:srgbClr val="12343B"/>
                </a:solidFill>
                <a:effectLst/>
                <a:uFillTx/>
                <a:latin typeface="Cambria"/>
                <a:ea typeface="Cambria"/>
              </a:rPr>
              <a:t>00</a:t>
            </a:r>
            <a:endParaRPr lang="en-US" sz="3800" b="0" i="1" u="none" strike="noStrike">
              <a:solidFill>
                <a:srgbClr val="5B6B70"/>
              </a:solidFill>
              <a:effectLst/>
              <a:uFillTx/>
              <a:latin typeface="Calibri"/>
            </a:endParaRPr>
          </a:p>
        </p:txBody>
      </p:sp>
      <p:sp>
        <p:nvSpPr>
          <p:cNvPr id="126" name="PlaceHolder 5"/>
          <p:cNvSpPr>
            <a:spLocks noGrp="1"/>
          </p:cNvSpPr>
          <p:nvPr>
            <p:ph type="body" hasCustomPrompt="1"/>
          </p:nvPr>
        </p:nvSpPr>
        <p:spPr>
          <a:xfrm>
            <a:off x="4663440" y="1965960"/>
            <a:ext cx="1828440" cy="822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ctr" defTabSz="914400">
              <a:lnSpc>
                <a:spcPct val="100000"/>
              </a:lnSpc>
              <a:spcBef>
                <a:spcPts val="760"/>
              </a:spcBef>
              <a:buNone/>
              <a:tabLst>
                <a:tab pos="0" algn="l"/>
              </a:tabLst>
              <a:defRPr lang="en-US" sz="3800" b="1" u="none" strike="noStrike">
                <a:solidFill>
                  <a:srgbClr val="12343B"/>
                </a:solidFill>
                <a:effectLst/>
                <a:uFillTx/>
                <a:latin typeface="Cambria"/>
                <a:ea typeface="Cambria"/>
              </a:defRPr>
            </a:lvl1pPr>
          </a:lstStyle>
          <a:p>
            <a:pPr indent="0" algn="ctr" defTabSz="914400">
              <a:lnSpc>
                <a:spcPct val="100000"/>
              </a:lnSpc>
              <a:spcBef>
                <a:spcPts val="760"/>
              </a:spcBef>
              <a:buNone/>
              <a:tabLst>
                <a:tab pos="0" algn="l"/>
              </a:tabLst>
            </a:pPr>
            <a:r>
              <a:rPr lang="en-US" sz="3800" b="1" u="none" strike="noStrike">
                <a:solidFill>
                  <a:srgbClr val="12343B"/>
                </a:solidFill>
                <a:effectLst/>
                <a:uFillTx/>
                <a:latin typeface="Cambria"/>
                <a:ea typeface="Cambria"/>
              </a:rPr>
              <a:t>00</a:t>
            </a:r>
            <a:endParaRPr lang="en-US" sz="3800" b="0" i="1" u="none" strike="noStrike">
              <a:solidFill>
                <a:srgbClr val="5B6B70"/>
              </a:solidFill>
              <a:effectLst/>
              <a:uFillTx/>
              <a:latin typeface="Calibri"/>
            </a:endParaRPr>
          </a:p>
        </p:txBody>
      </p:sp>
      <p:sp>
        <p:nvSpPr>
          <p:cNvPr id="127" name="PlaceHolder 6"/>
          <p:cNvSpPr>
            <a:spLocks noGrp="1"/>
          </p:cNvSpPr>
          <p:nvPr>
            <p:ph type="body" hasCustomPrompt="1"/>
          </p:nvPr>
        </p:nvSpPr>
        <p:spPr>
          <a:xfrm>
            <a:off x="6720840" y="1965960"/>
            <a:ext cx="1828440" cy="822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ctr" defTabSz="914400">
              <a:lnSpc>
                <a:spcPct val="100000"/>
              </a:lnSpc>
              <a:spcBef>
                <a:spcPts val="760"/>
              </a:spcBef>
              <a:buNone/>
              <a:tabLst>
                <a:tab pos="0" algn="l"/>
              </a:tabLst>
              <a:defRPr lang="en-US" sz="3800" b="1" u="none" strike="noStrike">
                <a:solidFill>
                  <a:srgbClr val="12343B"/>
                </a:solidFill>
                <a:effectLst/>
                <a:uFillTx/>
                <a:latin typeface="Cambria"/>
                <a:ea typeface="Cambria"/>
              </a:defRPr>
            </a:lvl1pPr>
          </a:lstStyle>
          <a:p>
            <a:pPr indent="0" algn="ctr" defTabSz="914400">
              <a:lnSpc>
                <a:spcPct val="100000"/>
              </a:lnSpc>
              <a:spcBef>
                <a:spcPts val="760"/>
              </a:spcBef>
              <a:buNone/>
              <a:tabLst>
                <a:tab pos="0" algn="l"/>
              </a:tabLst>
            </a:pPr>
            <a:r>
              <a:rPr lang="en-US" sz="3800" b="1" u="none" strike="noStrike">
                <a:solidFill>
                  <a:srgbClr val="12343B"/>
                </a:solidFill>
                <a:effectLst/>
                <a:uFillTx/>
                <a:latin typeface="Cambria"/>
                <a:ea typeface="Cambria"/>
              </a:rPr>
              <a:t>00</a:t>
            </a:r>
            <a:endParaRPr lang="en-US" sz="3800" b="0" i="1" u="none" strike="noStrike">
              <a:solidFill>
                <a:srgbClr val="5B6B70"/>
              </a:solidFill>
              <a:effectLst/>
              <a:uFillTx/>
              <a:latin typeface="Calibri"/>
            </a:endParaRPr>
          </a:p>
        </p:txBody>
      </p:sp>
      <p:sp>
        <p:nvSpPr>
          <p:cNvPr id="128" name="PlaceHolder 7"/>
          <p:cNvSpPr>
            <a:spLocks noGrp="1"/>
          </p:cNvSpPr>
          <p:nvPr>
            <p:ph type="body" hasCustomPrompt="1"/>
          </p:nvPr>
        </p:nvSpPr>
        <p:spPr>
          <a:xfrm>
            <a:off x="685800" y="2834640"/>
            <a:ext cx="1554120" cy="548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ctr" defTabSz="914400">
              <a:lnSpc>
                <a:spcPct val="100000"/>
              </a:lnSpc>
              <a:spcBef>
                <a:spcPts val="261"/>
              </a:spcBef>
              <a:buNone/>
              <a:tabLst>
                <a:tab pos="0" algn="l"/>
              </a:tabLst>
              <a:def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spcBef>
                <a:spcPts val="261"/>
              </a:spcBef>
              <a:buNone/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Libellé</a:t>
            </a:r>
            <a:endParaRPr lang="en-US" sz="1300" b="0" i="1" u="none" strike="noStrike">
              <a:solidFill>
                <a:srgbClr val="5B6B70"/>
              </a:solidFill>
              <a:effectLst/>
              <a:uFillTx/>
              <a:latin typeface="Calibri"/>
            </a:endParaRPr>
          </a:p>
        </p:txBody>
      </p:sp>
      <p:sp>
        <p:nvSpPr>
          <p:cNvPr id="129" name="PlaceHolder 8"/>
          <p:cNvSpPr>
            <a:spLocks noGrp="1"/>
          </p:cNvSpPr>
          <p:nvPr>
            <p:ph type="body" hasCustomPrompt="1"/>
          </p:nvPr>
        </p:nvSpPr>
        <p:spPr>
          <a:xfrm>
            <a:off x="2743200" y="2834640"/>
            <a:ext cx="1554120" cy="548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ctr" defTabSz="914400">
              <a:lnSpc>
                <a:spcPct val="100000"/>
              </a:lnSpc>
              <a:spcBef>
                <a:spcPts val="261"/>
              </a:spcBef>
              <a:buNone/>
              <a:tabLst>
                <a:tab pos="0" algn="l"/>
              </a:tabLst>
              <a:defRPr lang="en-US" sz="1300" b="0" u="none" strike="noStrike">
                <a:solidFill>
                  <a:srgbClr val="5B6B70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spcBef>
                <a:spcPts val="261"/>
              </a:spcBef>
              <a:buNone/>
              <a:tabLst>
                <a:tab pos="0" algn="l"/>
              </a:tabLst>
            </a:pPr>
            <a:r>
              <a:rPr lang="en-US" sz="1300" b="0" u="none" strike="noStrike">
                <a:solidFill>
                  <a:srgbClr val="5B6B70"/>
                </a:solidFill>
                <a:effectLst/>
                <a:uFillTx/>
                <a:latin typeface="Calibri"/>
                <a:ea typeface="Calibri"/>
              </a:rPr>
              <a:t>Libellé</a:t>
            </a:r>
            <a:endParaRPr lang="en-US" sz="1300" b="0" i="1" u="none" strike="noStrike">
              <a:solidFill>
                <a:srgbClr val="5B6B70"/>
              </a:solidFill>
              <a:effectLst/>
              <a:uFillTx/>
              <a:latin typeface="Calibri"/>
            </a:endParaRPr>
          </a:p>
        </p:txBody>
      </p:sp>
      <p:sp>
        <p:nvSpPr>
          <p:cNvPr id="130" name="PlaceHolder 9"/>
          <p:cNvSpPr>
            <a:spLocks noGrp="1"/>
          </p:cNvSpPr>
          <p:nvPr>
            <p:ph type="body" hasCustomPrompt="1"/>
          </p:nvPr>
        </p:nvSpPr>
        <p:spPr>
          <a:xfrm>
            <a:off x="4800600" y="2834640"/>
            <a:ext cx="1554120" cy="548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ctr" defTabSz="914400">
              <a:lnSpc>
                <a:spcPct val="100000"/>
              </a:lnSpc>
              <a:spcBef>
                <a:spcPts val="261"/>
              </a:spcBef>
              <a:buNone/>
              <a:tabLst>
                <a:tab pos="0" algn="l"/>
              </a:tabLst>
              <a:defRPr lang="en-US" sz="1300" b="0" u="none" strike="noStrike">
                <a:solidFill>
                  <a:srgbClr val="5B6B70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spcBef>
                <a:spcPts val="261"/>
              </a:spcBef>
              <a:buNone/>
              <a:tabLst>
                <a:tab pos="0" algn="l"/>
              </a:tabLst>
            </a:pPr>
            <a:r>
              <a:rPr lang="en-US" sz="1300" b="0" u="none" strike="noStrike">
                <a:solidFill>
                  <a:srgbClr val="5B6B70"/>
                </a:solidFill>
                <a:effectLst/>
                <a:uFillTx/>
                <a:latin typeface="Calibri"/>
                <a:ea typeface="Calibri"/>
              </a:rPr>
              <a:t>Libellé</a:t>
            </a:r>
            <a:endParaRPr lang="en-US" sz="1300" b="0" i="1" u="none" strike="noStrike">
              <a:solidFill>
                <a:srgbClr val="5B6B70"/>
              </a:solidFill>
              <a:effectLst/>
              <a:uFillTx/>
              <a:latin typeface="Calibri"/>
            </a:endParaRPr>
          </a:p>
        </p:txBody>
      </p:sp>
      <p:sp>
        <p:nvSpPr>
          <p:cNvPr id="131" name="PlaceHolder 10"/>
          <p:cNvSpPr>
            <a:spLocks noGrp="1"/>
          </p:cNvSpPr>
          <p:nvPr>
            <p:ph type="body" hasCustomPrompt="1"/>
          </p:nvPr>
        </p:nvSpPr>
        <p:spPr>
          <a:xfrm>
            <a:off x="6858000" y="2834640"/>
            <a:ext cx="1554120" cy="548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ctr" defTabSz="914400">
              <a:lnSpc>
                <a:spcPct val="100000"/>
              </a:lnSpc>
              <a:spcBef>
                <a:spcPts val="261"/>
              </a:spcBef>
              <a:buNone/>
              <a:tabLst>
                <a:tab pos="0" algn="l"/>
              </a:tabLst>
              <a:defRPr lang="en-US" sz="1300" b="0" u="none" strike="noStrike">
                <a:solidFill>
                  <a:srgbClr val="5B6B70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spcBef>
                <a:spcPts val="261"/>
              </a:spcBef>
              <a:buNone/>
              <a:tabLst>
                <a:tab pos="0" algn="l"/>
              </a:tabLst>
            </a:pPr>
            <a:r>
              <a:rPr lang="en-US" sz="1300" b="0" u="none" strike="noStrike">
                <a:solidFill>
                  <a:srgbClr val="5B6B70"/>
                </a:solidFill>
                <a:effectLst/>
                <a:uFillTx/>
                <a:latin typeface="Calibri"/>
                <a:ea typeface="Calibri"/>
              </a:rPr>
              <a:t>Libellé</a:t>
            </a:r>
            <a:endParaRPr lang="en-US" sz="1300" b="0" i="1" u="none" strike="noStrike">
              <a:solidFill>
                <a:srgbClr val="5B6B70"/>
              </a:solidFill>
              <a:effectLst/>
              <a:uFillTx/>
              <a:latin typeface="Calibri"/>
            </a:endParaRPr>
          </a:p>
        </p:txBody>
      </p:sp>
      <p:sp>
        <p:nvSpPr>
          <p:cNvPr id="132" name="PlaceHolder 11"/>
          <p:cNvSpPr>
            <a:spLocks noGrp="1"/>
          </p:cNvSpPr>
          <p:nvPr>
            <p:ph type="body" hasCustomPrompt="1"/>
          </p:nvPr>
        </p:nvSpPr>
        <p:spPr>
          <a:xfrm>
            <a:off x="548640" y="4023360"/>
            <a:ext cx="804636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01"/>
              </a:spcBef>
              <a:buNone/>
              <a:tabLst>
                <a:tab pos="0" algn="l"/>
              </a:tabLst>
              <a:defRPr lang="en-US" sz="1000" b="0" i="1" u="none" strike="noStrike">
                <a:solidFill>
                  <a:srgbClr val="5B6B70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01"/>
              </a:spcBef>
              <a:buNone/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5B6B70"/>
                </a:solidFill>
                <a:effectLst/>
                <a:uFillTx/>
                <a:latin typeface="Calibri"/>
                <a:ea typeface="Calibri"/>
              </a:rPr>
              <a:t>Source</a:t>
            </a:r>
            <a:endParaRPr lang="en-US" sz="1000" b="0" i="1" u="none" strike="noStrike">
              <a:solidFill>
                <a:srgbClr val="5B6B70"/>
              </a:solidFill>
              <a:effectLst/>
              <a:uFillTx/>
              <a:latin typeface="Calibri"/>
            </a:endParaRPr>
          </a:p>
        </p:txBody>
      </p:sp>
      <p:sp>
        <p:nvSpPr>
          <p:cNvPr id="133" name="PlaceHolder 12"/>
          <p:cNvSpPr>
            <a:spLocks noGrp="1"/>
          </p:cNvSpPr>
          <p:nvPr>
            <p:ph type="sldNum" idx="8"/>
          </p:nvPr>
        </p:nvSpPr>
        <p:spPr>
          <a:xfrm>
            <a:off x="8138160" y="4754880"/>
            <a:ext cx="45684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5B6B70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CF5E6B6-1C09-47D5-BD03-A5BE9C2FC473}" type="slidenum">
              <a:rPr lang="en-US" sz="900" b="0" u="none" strike="noStrike">
                <a:solidFill>
                  <a:srgbClr val="5B6B70"/>
                </a:solidFill>
                <a:effectLst/>
                <a:uFillTx/>
                <a:latin typeface="Calibri"/>
                <a:ea typeface="Calibri"/>
              </a:rPr>
              <a:t>&lt;numéro&gt;</a:t>
            </a:fld>
            <a:endParaRPr lang="fr-FR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7_IMAGE_TEX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Text 0"/>
          <p:cNvSpPr/>
          <p:nvPr/>
        </p:nvSpPr>
        <p:spPr>
          <a:xfrm>
            <a:off x="548640" y="4754880"/>
            <a:ext cx="3657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B6B70"/>
                </a:solidFill>
                <a:effectLst/>
                <a:uFillTx/>
                <a:latin typeface="Calibri"/>
                <a:ea typeface="Calibri"/>
              </a:rPr>
              <a:t>Service ReLM · INIST-CNRS · Revue interne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35" name="PlaceHolder 1"/>
          <p:cNvSpPr>
            <a:spLocks noGrp="1"/>
          </p:cNvSpPr>
          <p:nvPr>
            <p:ph type="title" hasCustomPrompt="1"/>
          </p:nvPr>
        </p:nvSpPr>
        <p:spPr>
          <a:xfrm>
            <a:off x="548640" y="365760"/>
            <a:ext cx="8046360" cy="548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2800" b="1" u="none" strike="noStrike">
                <a:solidFill>
                  <a:srgbClr val="12343B"/>
                </a:solidFill>
                <a:effectLst/>
                <a:uFillTx/>
                <a:latin typeface="Cambria"/>
                <a:ea typeface="Cambri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1" u="none" strike="noStrike">
                <a:solidFill>
                  <a:srgbClr val="12343B"/>
                </a:solidFill>
                <a:effectLst/>
                <a:uFillTx/>
                <a:latin typeface="Cambria"/>
                <a:ea typeface="Cambria"/>
              </a:rPr>
              <a:t>Titre de la diapositive</a:t>
            </a:r>
            <a:endParaRPr lang="en-US" sz="2800" b="1" u="none" strike="noStrike">
              <a:solidFill>
                <a:srgbClr val="12343B"/>
              </a:solidFill>
              <a:effectLst/>
              <a:uFillTx/>
              <a:latin typeface="Cambria"/>
            </a:endParaRPr>
          </a:p>
        </p:txBody>
      </p:sp>
      <p:sp>
        <p:nvSpPr>
          <p:cNvPr id="136" name="Shape 1"/>
          <p:cNvSpPr/>
          <p:nvPr/>
        </p:nvSpPr>
        <p:spPr>
          <a:xfrm>
            <a:off x="548640" y="1188720"/>
            <a:ext cx="4845960" cy="3291480"/>
          </a:xfrm>
          <a:prstGeom prst="rect">
            <a:avLst/>
          </a:prstGeom>
          <a:solidFill>
            <a:srgbClr val="E4F0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 type="body"/>
          </p:nvPr>
        </p:nvSpPr>
        <p:spPr>
          <a:xfrm>
            <a:off x="548640" y="1188720"/>
            <a:ext cx="4845960" cy="3291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 defTabSz="914400">
              <a:spcBef>
                <a:spcPts val="281"/>
              </a:spcBef>
              <a:buNone/>
              <a:tabLst>
                <a:tab pos="0" algn="l"/>
              </a:tabLst>
            </a:pPr>
            <a:endParaRPr lang="en-US" sz="3200" b="0" u="none" strike="noStrike">
              <a:solidFill>
                <a:srgbClr val="1F2A2E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138" name="PlaceHolder 3"/>
          <p:cNvSpPr>
            <a:spLocks noGrp="1"/>
          </p:cNvSpPr>
          <p:nvPr>
            <p:ph type="body" hasCustomPrompt="1"/>
          </p:nvPr>
        </p:nvSpPr>
        <p:spPr>
          <a:xfrm>
            <a:off x="5760720" y="1280160"/>
            <a:ext cx="2834280" cy="3200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rgbClr val="1F2A2E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1F2A2E"/>
                </a:solidFill>
                <a:effectLst/>
                <a:uFillTx/>
                <a:latin typeface="Calibri"/>
                <a:ea typeface="Calibri"/>
              </a:rPr>
              <a:t>Commentaire</a:t>
            </a:r>
            <a:endParaRPr lang="en-US" sz="1400" b="0" u="none" strike="noStrike">
              <a:solidFill>
                <a:srgbClr val="1F2A2E"/>
              </a:solidFill>
              <a:effectLst/>
              <a:uFillTx/>
              <a:latin typeface="Calibri"/>
            </a:endParaRPr>
          </a:p>
        </p:txBody>
      </p:sp>
      <p:sp>
        <p:nvSpPr>
          <p:cNvPr id="139" name="PlaceHolder 4"/>
          <p:cNvSpPr>
            <a:spLocks noGrp="1"/>
          </p:cNvSpPr>
          <p:nvPr>
            <p:ph type="sldNum" idx="9"/>
          </p:nvPr>
        </p:nvSpPr>
        <p:spPr>
          <a:xfrm>
            <a:off x="8138160" y="4754880"/>
            <a:ext cx="45684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5B6B70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4199F79-66BB-4476-8820-CD2526C14D88}" type="slidenum">
              <a:rPr lang="en-US" sz="900" b="0" u="none" strike="noStrike">
                <a:solidFill>
                  <a:srgbClr val="5B6B70"/>
                </a:solidFill>
                <a:effectLst/>
                <a:uFillTx/>
                <a:latin typeface="Calibri"/>
                <a:ea typeface="Calibri"/>
              </a:rPr>
              <a:t>&lt;numéro&gt;</a:t>
            </a:fld>
            <a:endParaRPr lang="fr-FR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8_FIN">
    <p:bg>
      <p:bgPr>
        <a:solidFill>
          <a:srgbClr val="123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Image 0" descr="preencoded.png"/>
          <p:cNvPicPr/>
          <p:nvPr/>
        </p:nvPicPr>
        <p:blipFill>
          <a:blip r:embed="rId2"/>
          <a:stretch/>
        </p:blipFill>
        <p:spPr>
          <a:xfrm>
            <a:off x="5806440" y="1188720"/>
            <a:ext cx="2859840" cy="2018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1" name="PlaceHolder 1"/>
          <p:cNvSpPr>
            <a:spLocks noGrp="1"/>
          </p:cNvSpPr>
          <p:nvPr>
            <p:ph type="title" hasCustomPrompt="1"/>
          </p:nvPr>
        </p:nvSpPr>
        <p:spPr>
          <a:xfrm>
            <a:off x="548640" y="1188720"/>
            <a:ext cx="5028840" cy="1005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3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Merci</a:t>
            </a:r>
            <a:endParaRPr lang="en-US" sz="3600" b="1" u="none" strike="noStrike">
              <a:solidFill>
                <a:srgbClr val="FFFFFF"/>
              </a:solidFill>
              <a:effectLst/>
              <a:uFillTx/>
              <a:latin typeface="Cambria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 type="body" hasCustomPrompt="1"/>
          </p:nvPr>
        </p:nvSpPr>
        <p:spPr>
          <a:xfrm>
            <a:off x="548640" y="2240280"/>
            <a:ext cx="4845960" cy="365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320"/>
              </a:spcBef>
              <a:buNone/>
              <a:tabLst>
                <a:tab pos="0" algn="l"/>
              </a:tabLst>
              <a:defRPr lang="en-US" sz="1600" b="0" i="1" u="none" strike="noStrike">
                <a:solidFill>
                  <a:srgbClr val="E4F0EE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320"/>
              </a:spcBef>
              <a:buNone/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E4F0EE"/>
                </a:solidFill>
                <a:effectLst/>
                <a:uFillTx/>
                <a:latin typeface="Calibri"/>
                <a:ea typeface="Calibri"/>
              </a:rPr>
              <a:t>Questions et échanges</a:t>
            </a:r>
            <a:endParaRPr lang="en-US" sz="1600" b="1" u="none" strike="noStrike">
              <a:solidFill>
                <a:srgbClr val="D98E04"/>
              </a:solidFill>
              <a:effectLst/>
              <a:uFillTx/>
              <a:latin typeface="Calibri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 type="body" hasCustomPrompt="1"/>
          </p:nvPr>
        </p:nvSpPr>
        <p:spPr>
          <a:xfrm>
            <a:off x="548640" y="3383280"/>
            <a:ext cx="4571640" cy="731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1" u="none" strike="noStrike">
                <a:solidFill>
                  <a:srgbClr val="D98E0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1" u="none" strike="noStrike">
                <a:solidFill>
                  <a:srgbClr val="D98E04"/>
                </a:solidFill>
                <a:effectLst/>
                <a:uFillTx/>
                <a:latin typeface="Calibri"/>
                <a:ea typeface="Calibri"/>
              </a:rPr>
              <a:t>site web · contact</a:t>
            </a:r>
            <a:endParaRPr lang="en-US" sz="1400" b="1" u="none" strike="noStrike">
              <a:solidFill>
                <a:srgbClr val="D98E04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hasCustomPrompt="1"/>
          </p:nvPr>
        </p:nvSpPr>
        <p:spPr>
          <a:xfrm>
            <a:off x="548640" y="640080"/>
            <a:ext cx="5028840" cy="273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spcBef>
                <a:spcPts val="221"/>
              </a:spcBef>
              <a:buNone/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D98E04"/>
                </a:solidFill>
                <a:effectLst/>
                <a:uFillTx/>
                <a:latin typeface="Calibri"/>
                <a:ea typeface="Calibri"/>
              </a:rPr>
              <a:t>DATE – 14 Octobre 2026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151" name="PlaceHolder 2"/>
          <p:cNvSpPr>
            <a:spLocks noGrp="1"/>
          </p:cNvSpPr>
          <p:nvPr>
            <p:ph type="title" hasCustomPrompt="1"/>
          </p:nvPr>
        </p:nvSpPr>
        <p:spPr>
          <a:xfrm>
            <a:off x="548640" y="1188720"/>
            <a:ext cx="5028840" cy="164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Revue service ReLM</a:t>
            </a:r>
            <a:br>
              <a:rPr sz="3200"/>
            </a:b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#7</a:t>
            </a:r>
            <a:endParaRPr lang="en-US" sz="3200" b="1" u="none" strike="noStrike">
              <a:solidFill>
                <a:srgbClr val="FFFFFF"/>
              </a:solidFill>
              <a:effectLst/>
              <a:uFillTx/>
              <a:latin typeface="Cambria"/>
            </a:endParaRPr>
          </a:p>
        </p:txBody>
      </p:sp>
      <p:sp>
        <p:nvSpPr>
          <p:cNvPr id="152" name="PlaceHolder 3"/>
          <p:cNvSpPr>
            <a:spLocks noGrp="1"/>
          </p:cNvSpPr>
          <p:nvPr>
            <p:ph hasCustomPrompt="1"/>
          </p:nvPr>
        </p:nvSpPr>
        <p:spPr>
          <a:xfrm>
            <a:off x="548640" y="2926080"/>
            <a:ext cx="4845960" cy="548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spcBef>
                <a:spcPts val="320"/>
              </a:spcBef>
              <a:buNone/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INIST-CNRS/DAFIS/ </a:t>
            </a:r>
            <a:r>
              <a:rPr lang="en-US" sz="2800" b="1" i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ReLM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  <a:p>
            <a:pPr indent="0" algn="l" defTabSz="914400">
              <a:lnSpc>
                <a:spcPct val="100000"/>
              </a:lnSpc>
              <a:spcBef>
                <a:spcPts val="320"/>
              </a:spcBef>
              <a:buNone/>
              <a:tabLst>
                <a:tab pos="0" algn="l"/>
              </a:tabLst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 hasCustomPrompt="1"/>
          </p:nvPr>
        </p:nvSpPr>
        <p:spPr>
          <a:xfrm>
            <a:off x="548640" y="365760"/>
            <a:ext cx="8046360" cy="548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1" u="none" strike="noStrike">
                <a:solidFill>
                  <a:srgbClr val="12343B"/>
                </a:solidFill>
                <a:effectLst/>
                <a:uFillTx/>
                <a:latin typeface="Cambria"/>
                <a:ea typeface="Cambria"/>
              </a:rPr>
              <a:t>Liste des interventions</a:t>
            </a:r>
            <a:endParaRPr lang="en-US" sz="2800" b="1" u="none" strike="noStrike">
              <a:solidFill>
                <a:srgbClr val="12343B"/>
              </a:solidFill>
              <a:effectLst/>
              <a:uFillTx/>
              <a:latin typeface="Cambria"/>
            </a:endParaRPr>
          </a:p>
        </p:txBody>
      </p:sp>
      <p:sp>
        <p:nvSpPr>
          <p:cNvPr id="154" name="PlaceHolder 2"/>
          <p:cNvSpPr>
            <a:spLocks noGrp="1"/>
          </p:cNvSpPr>
          <p:nvPr>
            <p:ph hasCustomPrompt="1"/>
          </p:nvPr>
        </p:nvSpPr>
        <p:spPr>
          <a:xfrm>
            <a:off x="1463040" y="1316880"/>
            <a:ext cx="2834280" cy="38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spcBef>
                <a:spcPts val="261"/>
              </a:spcBef>
              <a:buNone/>
              <a:tabLst>
                <a:tab pos="0" algn="l"/>
              </a:tabLst>
            </a:pPr>
            <a:r>
              <a:rPr lang="en-US" sz="1300" b="1" u="none" strike="noStrike">
                <a:solidFill>
                  <a:srgbClr val="12343B"/>
                </a:solidFill>
                <a:effectLst/>
                <a:uFillTx/>
                <a:latin typeface="Calibri"/>
                <a:ea typeface="Calibri"/>
              </a:rPr>
              <a:t>Loterre v5</a:t>
            </a:r>
            <a:endParaRPr lang="en-US" sz="1300" b="1" u="none" strike="noStrike">
              <a:solidFill>
                <a:srgbClr val="2F7F86"/>
              </a:solidFill>
              <a:effectLst/>
              <a:uFillTx/>
              <a:latin typeface="Calibri"/>
            </a:endParaRPr>
          </a:p>
        </p:txBody>
      </p:sp>
      <p:sp>
        <p:nvSpPr>
          <p:cNvPr id="155" name="PlaceHolder 3"/>
          <p:cNvSpPr>
            <a:spLocks noGrp="1"/>
          </p:cNvSpPr>
          <p:nvPr>
            <p:ph hasCustomPrompt="1"/>
          </p:nvPr>
        </p:nvSpPr>
        <p:spPr>
          <a:xfrm>
            <a:off x="1463040" y="1719000"/>
            <a:ext cx="2011320" cy="255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spcBef>
                <a:spcPts val="221"/>
              </a:spcBef>
              <a:buNone/>
              <a:tabLst>
                <a:tab pos="0" algn="l"/>
              </a:tabLst>
            </a:pPr>
            <a:r>
              <a:rPr lang="en-US" sz="1100" b="0" u="none" strike="noStrike">
                <a:solidFill>
                  <a:srgbClr val="5B6B70"/>
                </a:solidFill>
                <a:effectLst/>
                <a:uFillTx/>
                <a:latin typeface="Calibri"/>
                <a:ea typeface="Calibri"/>
              </a:rPr>
              <a:t>Abdel Majid Nom</a:t>
            </a:r>
            <a:endParaRPr lang="en-US" sz="1100" b="1" u="none" strike="noStrike">
              <a:solidFill>
                <a:srgbClr val="2F7F86"/>
              </a:solidFill>
              <a:effectLst/>
              <a:uFillTx/>
              <a:latin typeface="Calibri"/>
            </a:endParaRPr>
          </a:p>
        </p:txBody>
      </p:sp>
      <p:sp>
        <p:nvSpPr>
          <p:cNvPr id="156" name="PlaceHolder 4"/>
          <p:cNvSpPr>
            <a:spLocks noGrp="1"/>
          </p:cNvSpPr>
          <p:nvPr>
            <p:ph hasCustomPrompt="1"/>
          </p:nvPr>
        </p:nvSpPr>
        <p:spPr>
          <a:xfrm>
            <a:off x="5577840" y="1316880"/>
            <a:ext cx="2834280" cy="38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spcBef>
                <a:spcPts val="261"/>
              </a:spcBef>
              <a:buNone/>
              <a:tabLst>
                <a:tab pos="0" algn="l"/>
              </a:tabLst>
            </a:pPr>
            <a:r>
              <a:rPr lang="en-US" sz="1300" b="1" u="none" strike="noStrike">
                <a:solidFill>
                  <a:srgbClr val="12343B"/>
                </a:solidFill>
                <a:effectLst/>
                <a:uFillTx/>
                <a:latin typeface="Calibri"/>
                <a:ea typeface="Calibri"/>
              </a:rPr>
              <a:t>Titre de l’intervention 2</a:t>
            </a:r>
            <a:endParaRPr lang="en-US" sz="1300" b="1" u="none" strike="noStrike">
              <a:solidFill>
                <a:srgbClr val="2F7F86"/>
              </a:solidFill>
              <a:effectLst/>
              <a:uFillTx/>
              <a:latin typeface="Calibri"/>
            </a:endParaRPr>
          </a:p>
        </p:txBody>
      </p:sp>
      <p:sp>
        <p:nvSpPr>
          <p:cNvPr id="157" name="PlaceHolder 5"/>
          <p:cNvSpPr>
            <a:spLocks noGrp="1"/>
          </p:cNvSpPr>
          <p:nvPr>
            <p:ph hasCustomPrompt="1"/>
          </p:nvPr>
        </p:nvSpPr>
        <p:spPr>
          <a:xfrm>
            <a:off x="5577840" y="1719000"/>
            <a:ext cx="2011320" cy="255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spcBef>
                <a:spcPts val="221"/>
              </a:spcBef>
              <a:buNone/>
              <a:tabLst>
                <a:tab pos="0" algn="l"/>
              </a:tabLst>
            </a:pPr>
            <a:r>
              <a:rPr lang="en-US" sz="1100" b="0" u="none" strike="noStrike">
                <a:solidFill>
                  <a:srgbClr val="5B6B70"/>
                </a:solidFill>
                <a:effectLst/>
                <a:uFillTx/>
                <a:latin typeface="Calibri"/>
                <a:ea typeface="Calibri"/>
              </a:rPr>
              <a:t>Prénom Nom</a:t>
            </a:r>
            <a:endParaRPr lang="en-US" sz="1100" b="1" u="none" strike="noStrike">
              <a:solidFill>
                <a:srgbClr val="2F7F86"/>
              </a:solidFill>
              <a:effectLst/>
              <a:uFillTx/>
              <a:latin typeface="Calibri"/>
            </a:endParaRPr>
          </a:p>
        </p:txBody>
      </p:sp>
      <p:sp>
        <p:nvSpPr>
          <p:cNvPr id="158" name="PlaceHolder 6"/>
          <p:cNvSpPr>
            <a:spLocks noGrp="1"/>
          </p:cNvSpPr>
          <p:nvPr>
            <p:ph hasCustomPrompt="1"/>
          </p:nvPr>
        </p:nvSpPr>
        <p:spPr>
          <a:xfrm>
            <a:off x="1463040" y="2414160"/>
            <a:ext cx="2834280" cy="38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spcBef>
                <a:spcPts val="261"/>
              </a:spcBef>
              <a:buNone/>
              <a:tabLst>
                <a:tab pos="0" algn="l"/>
              </a:tabLst>
            </a:pPr>
            <a:r>
              <a:rPr lang="en-US" sz="1300" b="1" u="none" strike="noStrike">
                <a:solidFill>
                  <a:srgbClr val="12343B"/>
                </a:solidFill>
                <a:effectLst/>
                <a:uFillTx/>
                <a:latin typeface="Calibri"/>
                <a:ea typeface="Calibri"/>
              </a:rPr>
              <a:t>Titre de l’intervention 3</a:t>
            </a:r>
            <a:endParaRPr lang="en-US" sz="1300" b="1" u="none" strike="noStrike">
              <a:solidFill>
                <a:srgbClr val="2F7F86"/>
              </a:solidFill>
              <a:effectLst/>
              <a:uFillTx/>
              <a:latin typeface="Calibri"/>
            </a:endParaRPr>
          </a:p>
        </p:txBody>
      </p:sp>
      <p:sp>
        <p:nvSpPr>
          <p:cNvPr id="159" name="PlaceHolder 7"/>
          <p:cNvSpPr>
            <a:spLocks noGrp="1"/>
          </p:cNvSpPr>
          <p:nvPr>
            <p:ph hasCustomPrompt="1"/>
          </p:nvPr>
        </p:nvSpPr>
        <p:spPr>
          <a:xfrm>
            <a:off x="1463040" y="2816280"/>
            <a:ext cx="2011320" cy="255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spcBef>
                <a:spcPts val="221"/>
              </a:spcBef>
              <a:buNone/>
              <a:tabLst>
                <a:tab pos="0" algn="l"/>
              </a:tabLst>
            </a:pPr>
            <a:r>
              <a:rPr lang="en-US" sz="1100" b="0" u="none" strike="noStrike">
                <a:solidFill>
                  <a:srgbClr val="5B6B70"/>
                </a:solidFill>
                <a:effectLst/>
                <a:uFillTx/>
                <a:latin typeface="Calibri"/>
                <a:ea typeface="Calibri"/>
              </a:rPr>
              <a:t>Prénom Nom</a:t>
            </a:r>
            <a:endParaRPr lang="en-US" sz="1100" b="1" u="none" strike="noStrike">
              <a:solidFill>
                <a:srgbClr val="2F7F86"/>
              </a:solidFill>
              <a:effectLst/>
              <a:uFillTx/>
              <a:latin typeface="Calibri"/>
            </a:endParaRPr>
          </a:p>
        </p:txBody>
      </p:sp>
      <p:sp>
        <p:nvSpPr>
          <p:cNvPr id="160" name="PlaceHolder 8"/>
          <p:cNvSpPr>
            <a:spLocks noGrp="1"/>
          </p:cNvSpPr>
          <p:nvPr>
            <p:ph hasCustomPrompt="1"/>
          </p:nvPr>
        </p:nvSpPr>
        <p:spPr>
          <a:xfrm>
            <a:off x="5577840" y="2414160"/>
            <a:ext cx="2834280" cy="38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spcBef>
                <a:spcPts val="261"/>
              </a:spcBef>
              <a:buNone/>
              <a:tabLst>
                <a:tab pos="0" algn="l"/>
              </a:tabLst>
            </a:pPr>
            <a:r>
              <a:rPr lang="en-US" sz="1300" b="1" u="none" strike="noStrike">
                <a:solidFill>
                  <a:srgbClr val="12343B"/>
                </a:solidFill>
                <a:effectLst/>
                <a:uFillTx/>
                <a:latin typeface="Calibri"/>
                <a:ea typeface="Calibri"/>
              </a:rPr>
              <a:t>Titre de l’intervention 4</a:t>
            </a:r>
            <a:endParaRPr lang="en-US" sz="1300" b="1" u="none" strike="noStrike">
              <a:solidFill>
                <a:srgbClr val="2F7F86"/>
              </a:solidFill>
              <a:effectLst/>
              <a:uFillTx/>
              <a:latin typeface="Calibri"/>
            </a:endParaRPr>
          </a:p>
        </p:txBody>
      </p:sp>
      <p:sp>
        <p:nvSpPr>
          <p:cNvPr id="161" name="PlaceHolder 9"/>
          <p:cNvSpPr>
            <a:spLocks noGrp="1"/>
          </p:cNvSpPr>
          <p:nvPr>
            <p:ph hasCustomPrompt="1"/>
          </p:nvPr>
        </p:nvSpPr>
        <p:spPr>
          <a:xfrm>
            <a:off x="5577840" y="2816280"/>
            <a:ext cx="2011320" cy="255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spcBef>
                <a:spcPts val="221"/>
              </a:spcBef>
              <a:buNone/>
              <a:tabLst>
                <a:tab pos="0" algn="l"/>
              </a:tabLst>
            </a:pPr>
            <a:r>
              <a:rPr lang="en-US" sz="1100" b="0" u="none" strike="noStrike">
                <a:solidFill>
                  <a:srgbClr val="5B6B70"/>
                </a:solidFill>
                <a:effectLst/>
                <a:uFillTx/>
                <a:latin typeface="Calibri"/>
                <a:ea typeface="Calibri"/>
              </a:rPr>
              <a:t>Prénom Nom</a:t>
            </a:r>
            <a:endParaRPr lang="en-US" sz="1100" b="1" u="none" strike="noStrike">
              <a:solidFill>
                <a:srgbClr val="2F7F86"/>
              </a:solidFill>
              <a:effectLst/>
              <a:uFillTx/>
              <a:latin typeface="Calibri"/>
            </a:endParaRPr>
          </a:p>
        </p:txBody>
      </p:sp>
      <p:sp>
        <p:nvSpPr>
          <p:cNvPr id="162" name="PlaceHolder 10"/>
          <p:cNvSpPr>
            <a:spLocks noGrp="1"/>
          </p:cNvSpPr>
          <p:nvPr>
            <p:ph hasCustomPrompt="1"/>
          </p:nvPr>
        </p:nvSpPr>
        <p:spPr>
          <a:xfrm>
            <a:off x="1463040" y="3511440"/>
            <a:ext cx="2834280" cy="38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spcBef>
                <a:spcPts val="261"/>
              </a:spcBef>
              <a:buNone/>
              <a:tabLst>
                <a:tab pos="0" algn="l"/>
              </a:tabLst>
            </a:pPr>
            <a:r>
              <a:rPr lang="en-US" sz="1300" b="1" u="none" strike="noStrike">
                <a:solidFill>
                  <a:srgbClr val="12343B"/>
                </a:solidFill>
                <a:effectLst/>
                <a:uFillTx/>
                <a:latin typeface="Calibri"/>
                <a:ea typeface="Calibri"/>
              </a:rPr>
              <a:t>Outil d’Annotation et Extraction</a:t>
            </a:r>
            <a:endParaRPr lang="en-US" sz="1300" b="1" u="none" strike="noStrike">
              <a:solidFill>
                <a:srgbClr val="2F7F86"/>
              </a:solidFill>
              <a:effectLst/>
              <a:uFillTx/>
              <a:latin typeface="Calibri"/>
            </a:endParaRPr>
          </a:p>
        </p:txBody>
      </p:sp>
      <p:sp>
        <p:nvSpPr>
          <p:cNvPr id="163" name="PlaceHolder 11"/>
          <p:cNvSpPr>
            <a:spLocks noGrp="1"/>
          </p:cNvSpPr>
          <p:nvPr>
            <p:ph hasCustomPrompt="1"/>
          </p:nvPr>
        </p:nvSpPr>
        <p:spPr>
          <a:xfrm>
            <a:off x="1463040" y="3913560"/>
            <a:ext cx="2011320" cy="255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spcBef>
                <a:spcPts val="221"/>
              </a:spcBef>
              <a:buNone/>
              <a:tabLst>
                <a:tab pos="0" algn="l"/>
              </a:tabLst>
            </a:pPr>
            <a:r>
              <a:rPr lang="en-US" sz="1100" b="0" u="none" strike="noStrike">
                <a:solidFill>
                  <a:srgbClr val="5B6B70"/>
                </a:solidFill>
                <a:effectLst/>
                <a:uFillTx/>
                <a:latin typeface="Calibri"/>
                <a:ea typeface="Calibri"/>
              </a:rPr>
              <a:t>Schneider Stephane</a:t>
            </a:r>
            <a:endParaRPr lang="en-US" sz="1100" b="1" u="none" strike="noStrike">
              <a:solidFill>
                <a:srgbClr val="2F7F86"/>
              </a:solidFill>
              <a:effectLst/>
              <a:uFillTx/>
              <a:latin typeface="Calibri"/>
            </a:endParaRPr>
          </a:p>
        </p:txBody>
      </p:sp>
      <p:sp>
        <p:nvSpPr>
          <p:cNvPr id="164" name="PlaceHolder 12"/>
          <p:cNvSpPr>
            <a:spLocks noGrp="1"/>
          </p:cNvSpPr>
          <p:nvPr>
            <p:ph hasCustomPrompt="1"/>
          </p:nvPr>
        </p:nvSpPr>
        <p:spPr>
          <a:xfrm>
            <a:off x="5577840" y="3511440"/>
            <a:ext cx="2834280" cy="38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spcBef>
                <a:spcPts val="261"/>
              </a:spcBef>
              <a:buNone/>
              <a:tabLst>
                <a:tab pos="0" algn="l"/>
              </a:tabLst>
            </a:pPr>
            <a:r>
              <a:rPr lang="en-US" sz="1300" b="1" u="none" strike="noStrike">
                <a:solidFill>
                  <a:srgbClr val="12343B"/>
                </a:solidFill>
                <a:effectLst/>
                <a:uFillTx/>
                <a:latin typeface="Calibri"/>
                <a:ea typeface="Calibri"/>
              </a:rPr>
              <a:t>Titre de l’intervention 6</a:t>
            </a:r>
            <a:endParaRPr lang="en-US" sz="1300" b="1" u="none" strike="noStrike">
              <a:solidFill>
                <a:srgbClr val="2F7F86"/>
              </a:solidFill>
              <a:effectLst/>
              <a:uFillTx/>
              <a:latin typeface="Calibri"/>
            </a:endParaRPr>
          </a:p>
        </p:txBody>
      </p:sp>
      <p:sp>
        <p:nvSpPr>
          <p:cNvPr id="165" name="PlaceHolder 13"/>
          <p:cNvSpPr>
            <a:spLocks noGrp="1"/>
          </p:cNvSpPr>
          <p:nvPr>
            <p:ph hasCustomPrompt="1"/>
          </p:nvPr>
        </p:nvSpPr>
        <p:spPr>
          <a:xfrm>
            <a:off x="5577840" y="3913560"/>
            <a:ext cx="2011320" cy="255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spcBef>
                <a:spcPts val="221"/>
              </a:spcBef>
              <a:buNone/>
              <a:tabLst>
                <a:tab pos="0" algn="l"/>
              </a:tabLst>
            </a:pPr>
            <a:r>
              <a:rPr lang="en-US" sz="1100" b="0" u="none" strike="noStrike">
                <a:solidFill>
                  <a:srgbClr val="5B6B70"/>
                </a:solidFill>
                <a:effectLst/>
                <a:uFillTx/>
                <a:latin typeface="Calibri"/>
                <a:ea typeface="Calibri"/>
              </a:rPr>
              <a:t>Prénom Nom</a:t>
            </a:r>
            <a:endParaRPr lang="en-US" sz="1100" b="1" u="none" strike="noStrike">
              <a:solidFill>
                <a:srgbClr val="2F7F86"/>
              </a:solidFill>
              <a:effectLst/>
              <a:uFillTx/>
              <a:latin typeface="Calibri"/>
            </a:endParaRPr>
          </a:p>
        </p:txBody>
      </p:sp>
      <p:sp>
        <p:nvSpPr>
          <p:cNvPr id="166" name="PlaceHolder 14"/>
          <p:cNvSpPr>
            <a:spLocks noGrp="1"/>
          </p:cNvSpPr>
          <p:nvPr>
            <p:ph type="sldNum" idx="13"/>
          </p:nvPr>
        </p:nvSpPr>
        <p:spPr>
          <a:xfrm>
            <a:off x="8138160" y="4754880"/>
            <a:ext cx="45684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5B6B70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287C7DD-F6D5-4AEE-A145-2336AD7C6079}" type="slidenum">
              <a:rPr lang="en-US" sz="900" b="0" u="none" strike="noStrike">
                <a:solidFill>
                  <a:srgbClr val="5B6B70"/>
                </a:solidFill>
                <a:effectLst/>
                <a:uFillTx/>
                <a:latin typeface="Calibri"/>
                <a:ea typeface="Calibri"/>
              </a:rPr>
              <a:t>&lt;numéro&gt;</a:t>
            </a:fld>
            <a:endParaRPr lang="fr-FR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hasCustomPrompt="1"/>
          </p:nvPr>
        </p:nvSpPr>
        <p:spPr>
          <a:xfrm>
            <a:off x="548640" y="1097280"/>
            <a:ext cx="2742840" cy="1279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spcBef>
                <a:spcPts val="1760"/>
              </a:spcBef>
              <a:buNone/>
              <a:tabLst>
                <a:tab pos="0" algn="l"/>
              </a:tabLst>
            </a:pPr>
            <a:r>
              <a:rPr lang="en-US" sz="8800" b="1" u="none" strike="noStrike">
                <a:solidFill>
                  <a:srgbClr val="D98E04"/>
                </a:solidFill>
                <a:effectLst/>
                <a:uFillTx/>
                <a:latin typeface="Cambria"/>
                <a:ea typeface="Cambria"/>
              </a:rPr>
              <a:t>01</a:t>
            </a:r>
            <a:endParaRPr lang="en-US" sz="8800" b="0" i="1" u="none" strike="noStrike">
              <a:solidFill>
                <a:srgbClr val="E4F0EE"/>
              </a:solidFill>
              <a:effectLst/>
              <a:uFillTx/>
              <a:latin typeface="Calibri"/>
            </a:endParaRPr>
          </a:p>
        </p:txBody>
      </p:sp>
      <p:sp>
        <p:nvSpPr>
          <p:cNvPr id="168" name="PlaceHolder 2"/>
          <p:cNvSpPr>
            <a:spLocks noGrp="1"/>
          </p:cNvSpPr>
          <p:nvPr>
            <p:ph type="title" hasCustomPrompt="1"/>
          </p:nvPr>
        </p:nvSpPr>
        <p:spPr>
          <a:xfrm>
            <a:off x="548640" y="2468880"/>
            <a:ext cx="5668920" cy="639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Titre de section</a:t>
            </a:r>
            <a:endParaRPr lang="en-US" sz="3200" b="1" u="none" strike="noStrike">
              <a:solidFill>
                <a:srgbClr val="FFFFFF"/>
              </a:solidFill>
              <a:effectLst/>
              <a:uFillTx/>
              <a:latin typeface="Cambria"/>
            </a:endParaRPr>
          </a:p>
        </p:txBody>
      </p:sp>
      <p:sp>
        <p:nvSpPr>
          <p:cNvPr id="169" name="PlaceHolder 3"/>
          <p:cNvSpPr>
            <a:spLocks noGrp="1"/>
          </p:cNvSpPr>
          <p:nvPr>
            <p:ph hasCustomPrompt="1"/>
          </p:nvPr>
        </p:nvSpPr>
        <p:spPr>
          <a:xfrm>
            <a:off x="548640" y="3154680"/>
            <a:ext cx="5486040" cy="36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spcBef>
                <a:spcPts val="300"/>
              </a:spcBef>
              <a:buNone/>
              <a:tabLst>
                <a:tab pos="0" algn="l"/>
              </a:tabLst>
            </a:pPr>
            <a:r>
              <a:rPr lang="en-US" sz="1500" b="0" i="1" u="none" strike="noStrike">
                <a:solidFill>
                  <a:srgbClr val="E4F0EE"/>
                </a:solidFill>
                <a:effectLst/>
                <a:uFillTx/>
                <a:latin typeface="Calibri"/>
                <a:ea typeface="Calibri"/>
              </a:rPr>
              <a:t>Accroche de la section</a:t>
            </a:r>
            <a:endParaRPr lang="en-US" sz="1500" b="0" i="1" u="none" strike="noStrike">
              <a:solidFill>
                <a:srgbClr val="E4F0EE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title" hasCustomPrompt="1"/>
          </p:nvPr>
        </p:nvSpPr>
        <p:spPr>
          <a:xfrm>
            <a:off x="548640" y="365760"/>
            <a:ext cx="8046360" cy="548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1" u="none" strike="noStrike">
                <a:solidFill>
                  <a:srgbClr val="12343B"/>
                </a:solidFill>
                <a:effectLst/>
                <a:uFillTx/>
                <a:latin typeface="Cambria"/>
                <a:ea typeface="Cambria"/>
              </a:rPr>
              <a:t>Nom de l’action</a:t>
            </a:r>
            <a:endParaRPr lang="en-US" sz="2800" b="1" u="none" strike="noStrike">
              <a:solidFill>
                <a:srgbClr val="12343B"/>
              </a:solidFill>
              <a:effectLst/>
              <a:uFillTx/>
              <a:latin typeface="Cambria"/>
            </a:endParaRPr>
          </a:p>
        </p:txBody>
      </p:sp>
      <p:sp>
        <p:nvSpPr>
          <p:cNvPr id="171" name="PlaceHolder 2"/>
          <p:cNvSpPr>
            <a:spLocks noGrp="1"/>
          </p:cNvSpPr>
          <p:nvPr>
            <p:ph hasCustomPrompt="1"/>
          </p:nvPr>
        </p:nvSpPr>
        <p:spPr>
          <a:xfrm>
            <a:off x="777240" y="1600200"/>
            <a:ext cx="2834280" cy="45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spcBef>
                <a:spcPts val="241"/>
              </a:spcBef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1F2A2E"/>
                </a:solidFill>
                <a:effectLst/>
                <a:uFillTx/>
                <a:latin typeface="Calibri"/>
                <a:ea typeface="Calibri"/>
              </a:rPr>
              <a:t>Objectif de l’action</a:t>
            </a:r>
            <a:endParaRPr lang="en-US" sz="1200" b="0" u="none" strike="noStrike">
              <a:solidFill>
                <a:srgbClr val="1F2A2E"/>
              </a:solidFill>
              <a:effectLst/>
              <a:uFillTx/>
              <a:latin typeface="Calibri"/>
            </a:endParaRPr>
          </a:p>
        </p:txBody>
      </p:sp>
      <p:sp>
        <p:nvSpPr>
          <p:cNvPr id="172" name="PlaceHolder 3"/>
          <p:cNvSpPr>
            <a:spLocks noGrp="1"/>
          </p:cNvSpPr>
          <p:nvPr>
            <p:ph hasCustomPrompt="1"/>
          </p:nvPr>
        </p:nvSpPr>
        <p:spPr>
          <a:xfrm>
            <a:off x="777240" y="2377440"/>
            <a:ext cx="2834280" cy="45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spcBef>
                <a:spcPts val="241"/>
              </a:spcBef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1F2A2E"/>
                </a:solidFill>
                <a:effectLst/>
                <a:uFillTx/>
                <a:latin typeface="Calibri"/>
                <a:ea typeface="Calibri"/>
              </a:rPr>
              <a:t>Prénom Nom</a:t>
            </a:r>
            <a:endParaRPr lang="en-US" sz="1200" b="0" u="none" strike="noStrike">
              <a:solidFill>
                <a:srgbClr val="1F2A2E"/>
              </a:solidFill>
              <a:effectLst/>
              <a:uFillTx/>
              <a:latin typeface="Calibri"/>
            </a:endParaRPr>
          </a:p>
        </p:txBody>
      </p:sp>
      <p:sp>
        <p:nvSpPr>
          <p:cNvPr id="173" name="PlaceHolder 4"/>
          <p:cNvSpPr>
            <a:spLocks noGrp="1"/>
          </p:cNvSpPr>
          <p:nvPr>
            <p:ph hasCustomPrompt="1"/>
          </p:nvPr>
        </p:nvSpPr>
        <p:spPr>
          <a:xfrm>
            <a:off x="777240" y="3154680"/>
            <a:ext cx="2834280" cy="45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spcBef>
                <a:spcPts val="241"/>
              </a:spcBef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1F2A2E"/>
                </a:solidFill>
                <a:effectLst/>
                <a:uFillTx/>
                <a:latin typeface="Calibri"/>
                <a:ea typeface="Calibri"/>
              </a:rPr>
              <a:t>JJ/MM/AAAA</a:t>
            </a:r>
            <a:endParaRPr lang="en-US" sz="1200" b="0" u="none" strike="noStrike">
              <a:solidFill>
                <a:srgbClr val="1F2A2E"/>
              </a:solidFill>
              <a:effectLst/>
              <a:uFillTx/>
              <a:latin typeface="Calibri"/>
            </a:endParaRPr>
          </a:p>
        </p:txBody>
      </p:sp>
      <p:sp>
        <p:nvSpPr>
          <p:cNvPr id="174" name="PlaceHolder 5"/>
          <p:cNvSpPr>
            <a:spLocks noGrp="1"/>
          </p:cNvSpPr>
          <p:nvPr>
            <p:ph hasCustomPrompt="1"/>
          </p:nvPr>
        </p:nvSpPr>
        <p:spPr>
          <a:xfrm>
            <a:off x="777240" y="3931920"/>
            <a:ext cx="2834280" cy="45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spcBef>
                <a:spcPts val="241"/>
              </a:spcBef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rgbClr val="D98E04"/>
                </a:solidFill>
                <a:effectLst/>
                <a:uFillTx/>
                <a:latin typeface="Calibri"/>
                <a:ea typeface="Calibri"/>
              </a:rPr>
              <a:t>En cours</a:t>
            </a:r>
            <a:endParaRPr lang="en-US" sz="1200" b="0" u="none" strike="noStrike">
              <a:solidFill>
                <a:srgbClr val="1F2A2E"/>
              </a:solidFill>
              <a:effectLst/>
              <a:uFillTx/>
              <a:latin typeface="Calibri"/>
            </a:endParaRPr>
          </a:p>
        </p:txBody>
      </p:sp>
      <p:sp>
        <p:nvSpPr>
          <p:cNvPr id="175" name="PlaceHolder 6"/>
          <p:cNvSpPr>
            <a:spLocks noGrp="1"/>
          </p:cNvSpPr>
          <p:nvPr>
            <p:ph hasCustomPrompt="1"/>
          </p:nvPr>
        </p:nvSpPr>
        <p:spPr>
          <a:xfrm>
            <a:off x="4206240" y="1600200"/>
            <a:ext cx="4388760" cy="123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marL="343080" indent="-343080" algn="l" defTabSz="914400">
              <a:lnSpc>
                <a:spcPct val="100000"/>
              </a:lnSpc>
              <a:spcBef>
                <a:spcPts val="261"/>
              </a:spcBef>
              <a:spcAft>
                <a:spcPts val="601"/>
              </a:spcAft>
              <a:buClr>
                <a:srgbClr val="1F2A2E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300" b="0" u="none" strike="noStrike">
                <a:solidFill>
                  <a:srgbClr val="1F2A2E"/>
                </a:solidFill>
                <a:effectLst/>
                <a:uFillTx/>
                <a:latin typeface="Calibri"/>
                <a:ea typeface="Calibri"/>
              </a:rPr>
              <a:t>Réalisation 1</a:t>
            </a:r>
            <a:endParaRPr lang="en-US" sz="1300" b="0" u="none" strike="noStrike">
              <a:solidFill>
                <a:srgbClr val="1F2A2E"/>
              </a:solidFill>
              <a:effectLst/>
              <a:uFillTx/>
              <a:latin typeface="Calibri"/>
            </a:endParaRPr>
          </a:p>
          <a:p>
            <a:pPr marL="343080" indent="-343080" algn="l" defTabSz="914400">
              <a:lnSpc>
                <a:spcPct val="100000"/>
              </a:lnSpc>
              <a:spcBef>
                <a:spcPts val="261"/>
              </a:spcBef>
              <a:buClr>
                <a:srgbClr val="1F2A2E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300" b="0" u="none" strike="noStrike">
                <a:solidFill>
                  <a:srgbClr val="1F2A2E"/>
                </a:solidFill>
                <a:effectLst/>
                <a:uFillTx/>
                <a:latin typeface="Calibri"/>
                <a:ea typeface="Calibri"/>
              </a:rPr>
              <a:t>Réalisation 2</a:t>
            </a:r>
            <a:endParaRPr lang="en-US" sz="1300" b="0" u="none" strike="noStrike">
              <a:solidFill>
                <a:srgbClr val="1F2A2E"/>
              </a:solidFill>
              <a:effectLst/>
              <a:uFillTx/>
              <a:latin typeface="Calibri"/>
            </a:endParaRPr>
          </a:p>
        </p:txBody>
      </p:sp>
      <p:sp>
        <p:nvSpPr>
          <p:cNvPr id="176" name="PlaceHolder 7"/>
          <p:cNvSpPr>
            <a:spLocks noGrp="1"/>
          </p:cNvSpPr>
          <p:nvPr>
            <p:ph hasCustomPrompt="1"/>
          </p:nvPr>
        </p:nvSpPr>
        <p:spPr>
          <a:xfrm>
            <a:off x="4206240" y="3291840"/>
            <a:ext cx="4388760" cy="123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marL="343080" indent="-343080" algn="l" defTabSz="914400">
              <a:lnSpc>
                <a:spcPct val="100000"/>
              </a:lnSpc>
              <a:spcBef>
                <a:spcPts val="261"/>
              </a:spcBef>
              <a:spcAft>
                <a:spcPts val="601"/>
              </a:spcAft>
              <a:buClr>
                <a:srgbClr val="1F2A2E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300" b="0" u="none" strike="noStrike">
                <a:solidFill>
                  <a:srgbClr val="1F2A2E"/>
                </a:solidFill>
                <a:effectLst/>
                <a:uFillTx/>
                <a:latin typeface="Calibri"/>
                <a:ea typeface="Calibri"/>
              </a:rPr>
              <a:t>Point d’attention</a:t>
            </a:r>
            <a:endParaRPr lang="en-US" sz="1300" b="0" u="none" strike="noStrike">
              <a:solidFill>
                <a:srgbClr val="1F2A2E"/>
              </a:solidFill>
              <a:effectLst/>
              <a:uFillTx/>
              <a:latin typeface="Calibri"/>
            </a:endParaRPr>
          </a:p>
          <a:p>
            <a:pPr marL="343080" indent="-343080" algn="l" defTabSz="914400">
              <a:lnSpc>
                <a:spcPct val="100000"/>
              </a:lnSpc>
              <a:spcBef>
                <a:spcPts val="261"/>
              </a:spcBef>
              <a:buClr>
                <a:srgbClr val="1F2A2E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300" b="0" u="none" strike="noStrike">
                <a:solidFill>
                  <a:srgbClr val="1F2A2E"/>
                </a:solidFill>
                <a:effectLst/>
                <a:uFillTx/>
                <a:latin typeface="Calibri"/>
                <a:ea typeface="Calibri"/>
              </a:rPr>
              <a:t>Prochaine étape</a:t>
            </a:r>
            <a:endParaRPr lang="en-US" sz="1300" b="0" u="none" strike="noStrike">
              <a:solidFill>
                <a:srgbClr val="1F2A2E"/>
              </a:solidFill>
              <a:effectLst/>
              <a:uFillTx/>
              <a:latin typeface="Calibri"/>
            </a:endParaRPr>
          </a:p>
        </p:txBody>
      </p:sp>
      <p:sp>
        <p:nvSpPr>
          <p:cNvPr id="177" name="PlaceHolder 8"/>
          <p:cNvSpPr>
            <a:spLocks noGrp="1"/>
          </p:cNvSpPr>
          <p:nvPr>
            <p:ph type="sldNum" idx="14"/>
          </p:nvPr>
        </p:nvSpPr>
        <p:spPr>
          <a:xfrm>
            <a:off x="8138160" y="4754880"/>
            <a:ext cx="45684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5B6B70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D72BB8C-084F-414C-B2D6-4A9D24DF87B6}" type="slidenum">
              <a:rPr lang="en-US" sz="900" b="0" u="none" strike="noStrike">
                <a:solidFill>
                  <a:srgbClr val="5B6B70"/>
                </a:solidFill>
                <a:effectLst/>
                <a:uFillTx/>
                <a:latin typeface="Calibri"/>
                <a:ea typeface="Calibri"/>
              </a:rPr>
              <a:t>&lt;numéro&gt;</a:t>
            </a:fld>
            <a:endParaRPr lang="fr-FR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 hasCustomPrompt="1"/>
          </p:nvPr>
        </p:nvSpPr>
        <p:spPr>
          <a:xfrm>
            <a:off x="548640" y="365760"/>
            <a:ext cx="8046360" cy="548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1" u="none" strike="noStrike">
                <a:solidFill>
                  <a:srgbClr val="12343B"/>
                </a:solidFill>
                <a:effectLst/>
                <a:uFillTx/>
                <a:latin typeface="Cambria"/>
                <a:ea typeface="Cambria"/>
              </a:rPr>
              <a:t>Titre de la diapositive</a:t>
            </a:r>
            <a:endParaRPr lang="en-US" sz="2800" b="1" u="none" strike="noStrike">
              <a:solidFill>
                <a:srgbClr val="12343B"/>
              </a:solidFill>
              <a:effectLst/>
              <a:uFillTx/>
              <a:latin typeface="Cambria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 hasCustomPrompt="1"/>
          </p:nvPr>
        </p:nvSpPr>
        <p:spPr>
          <a:xfrm>
            <a:off x="548640" y="914400"/>
            <a:ext cx="8046360" cy="319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spcBef>
                <a:spcPts val="261"/>
              </a:spcBef>
              <a:buNone/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5B6B70"/>
                </a:solidFill>
                <a:effectLst/>
                <a:uFillTx/>
                <a:latin typeface="Calibri"/>
                <a:ea typeface="Calibri"/>
              </a:rPr>
              <a:t>Sous-titre ou message clé</a:t>
            </a:r>
            <a:endParaRPr lang="en-US" sz="1300" b="0" u="none" strike="noStrike">
              <a:solidFill>
                <a:srgbClr val="1F2A2E"/>
              </a:solidFill>
              <a:effectLst/>
              <a:uFillTx/>
              <a:latin typeface="Calibri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 hasCustomPrompt="1"/>
          </p:nvPr>
        </p:nvSpPr>
        <p:spPr>
          <a:xfrm>
            <a:off x="548640" y="1463040"/>
            <a:ext cx="8046360" cy="310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marL="343080" indent="-343080" algn="l" defTabSz="914400">
              <a:lnSpc>
                <a:spcPct val="100000"/>
              </a:lnSpc>
              <a:spcBef>
                <a:spcPts val="320"/>
              </a:spcBef>
              <a:spcAft>
                <a:spcPts val="799"/>
              </a:spcAft>
              <a:buClr>
                <a:srgbClr val="1F2A2E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600" b="0" u="none" strike="noStrike">
                <a:solidFill>
                  <a:srgbClr val="1F2A2E"/>
                </a:solidFill>
                <a:effectLst/>
                <a:uFillTx/>
                <a:latin typeface="Calibri"/>
                <a:ea typeface="Calibri"/>
              </a:rPr>
              <a:t>Premier point</a:t>
            </a:r>
            <a:endParaRPr lang="en-US" sz="1600" b="0" u="none" strike="noStrike">
              <a:solidFill>
                <a:srgbClr val="1F2A2E"/>
              </a:solidFill>
              <a:effectLst/>
              <a:uFillTx/>
              <a:latin typeface="Calibri"/>
            </a:endParaRPr>
          </a:p>
          <a:p>
            <a:pPr marL="343080" indent="-343080" algn="l" defTabSz="914400">
              <a:lnSpc>
                <a:spcPct val="100000"/>
              </a:lnSpc>
              <a:spcBef>
                <a:spcPts val="320"/>
              </a:spcBef>
              <a:spcAft>
                <a:spcPts val="799"/>
              </a:spcAft>
              <a:buClr>
                <a:srgbClr val="1F2A2E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600" b="0" u="none" strike="noStrike">
                <a:solidFill>
                  <a:srgbClr val="1F2A2E"/>
                </a:solidFill>
                <a:effectLst/>
                <a:uFillTx/>
                <a:latin typeface="Calibri"/>
                <a:ea typeface="Calibri"/>
              </a:rPr>
              <a:t>Deuxième point</a:t>
            </a:r>
            <a:endParaRPr lang="en-US" sz="1600" b="0" u="none" strike="noStrike">
              <a:solidFill>
                <a:srgbClr val="1F2A2E"/>
              </a:solidFill>
              <a:effectLst/>
              <a:uFillTx/>
              <a:latin typeface="Calibri"/>
            </a:endParaRPr>
          </a:p>
          <a:p>
            <a:pPr marL="343080" indent="-343080" algn="l" defTabSz="914400">
              <a:lnSpc>
                <a:spcPct val="100000"/>
              </a:lnSpc>
              <a:spcBef>
                <a:spcPts val="320"/>
              </a:spcBef>
              <a:buClr>
                <a:srgbClr val="1F2A2E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600" b="0" u="none" strike="noStrike">
                <a:solidFill>
                  <a:srgbClr val="1F2A2E"/>
                </a:solidFill>
                <a:effectLst/>
                <a:uFillTx/>
                <a:latin typeface="Calibri"/>
                <a:ea typeface="Calibri"/>
              </a:rPr>
              <a:t>Troisième point</a:t>
            </a:r>
            <a:endParaRPr lang="en-US" sz="1600" b="0" u="none" strike="noStrike">
              <a:solidFill>
                <a:srgbClr val="1F2A2E"/>
              </a:solidFill>
              <a:effectLst/>
              <a:uFillTx/>
              <a:latin typeface="Calibri"/>
            </a:endParaRPr>
          </a:p>
        </p:txBody>
      </p:sp>
      <p:sp>
        <p:nvSpPr>
          <p:cNvPr id="181" name="PlaceHolder 4"/>
          <p:cNvSpPr>
            <a:spLocks noGrp="1"/>
          </p:cNvSpPr>
          <p:nvPr>
            <p:ph type="sldNum" idx="15"/>
          </p:nvPr>
        </p:nvSpPr>
        <p:spPr>
          <a:xfrm>
            <a:off x="8138160" y="4754880"/>
            <a:ext cx="45684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5B6B70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6BF7385-EAAC-401A-BB7F-E2D9C2F17208}" type="slidenum">
              <a:rPr lang="en-US" sz="900" b="0" u="none" strike="noStrike">
                <a:solidFill>
                  <a:srgbClr val="5B6B70"/>
                </a:solidFill>
                <a:effectLst/>
                <a:uFillTx/>
                <a:latin typeface="Calibri"/>
                <a:ea typeface="Calibri"/>
              </a:rPr>
              <a:t>&lt;numéro&gt;</a:t>
            </a:fld>
            <a:endParaRPr lang="fr-FR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title" hasCustomPrompt="1"/>
          </p:nvPr>
        </p:nvSpPr>
        <p:spPr>
          <a:xfrm>
            <a:off x="548640" y="365760"/>
            <a:ext cx="8046360" cy="548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1" u="none" strike="noStrike">
                <a:solidFill>
                  <a:srgbClr val="12343B"/>
                </a:solidFill>
                <a:effectLst/>
                <a:uFillTx/>
                <a:latin typeface="Cambria"/>
                <a:ea typeface="Cambria"/>
              </a:rPr>
              <a:t>Tableau de suivi</a:t>
            </a:r>
            <a:endParaRPr lang="en-US" sz="2800" b="1" u="none" strike="noStrike">
              <a:solidFill>
                <a:srgbClr val="12343B"/>
              </a:solidFill>
              <a:effectLst/>
              <a:uFillTx/>
              <a:latin typeface="Cambria"/>
            </a:endParaRPr>
          </a:p>
        </p:txBody>
      </p:sp>
      <p:sp>
        <p:nvSpPr>
          <p:cNvPr id="183" name="PlaceHolder 2"/>
          <p:cNvSpPr>
            <a:spLocks noGrp="1"/>
          </p:cNvSpPr>
          <p:nvPr>
            <p:ph hasCustomPrompt="1"/>
          </p:nvPr>
        </p:nvSpPr>
        <p:spPr>
          <a:xfrm>
            <a:off x="548640" y="914400"/>
            <a:ext cx="8046360" cy="319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spcBef>
                <a:spcPts val="261"/>
              </a:spcBef>
              <a:buNone/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5B6B70"/>
                </a:solidFill>
                <a:effectLst/>
                <a:uFillTx/>
                <a:latin typeface="Calibri"/>
                <a:ea typeface="Calibri"/>
              </a:rPr>
              <a:t>État au JJ/MM/AAAA</a:t>
            </a:r>
            <a:endParaRPr lang="en-US" sz="1300" b="0" i="1" u="none" strike="noStrike">
              <a:solidFill>
                <a:srgbClr val="5B6B70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184" name="Table 0"/>
          <p:cNvGraphicFramePr/>
          <p:nvPr/>
        </p:nvGraphicFramePr>
        <p:xfrm>
          <a:off x="548640" y="1417320"/>
          <a:ext cx="8046360" cy="2057400"/>
        </p:xfrm>
        <a:graphic>
          <a:graphicData uri="http://schemas.openxmlformats.org/drawingml/2006/table">
            <a:tbl>
              <a:tblPr/>
              <a:tblGrid>
                <a:gridCol w="2377440"/>
                <a:gridCol w="1463040"/>
                <a:gridCol w="1005840"/>
                <a:gridCol w="1280160"/>
                <a:gridCol w="1920240"/>
              </a:tblGrid>
              <a:tr h="411480">
                <a:tc>
                  <a:txBody>
                    <a:bodyPr lIns="73080" tIns="0" rIns="7308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Action</a:t>
                      </a:r>
                      <a:endParaRPr lang="fr-FR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73080" marR="73080" marT="0" marB="0">
                    <a:lnL w="6480">
                      <a:solidFill>
                        <a:srgbClr val="B9D3CF"/>
                      </a:solidFill>
                      <a:prstDash val="solid"/>
                    </a:lnL>
                    <a:lnR w="6480">
                      <a:solidFill>
                        <a:srgbClr val="B9D3CF"/>
                      </a:solidFill>
                      <a:prstDash val="solid"/>
                    </a:lnR>
                    <a:lnT w="6480">
                      <a:solidFill>
                        <a:srgbClr val="B9D3CF"/>
                      </a:solidFill>
                      <a:prstDash val="solid"/>
                    </a:lnT>
                    <a:lnB w="6480">
                      <a:solidFill>
                        <a:srgbClr val="B9D3CF"/>
                      </a:solidFill>
                      <a:prstDash val="solid"/>
                    </a:lnB>
                    <a:solidFill>
                      <a:srgbClr val="12343B"/>
                    </a:solidFill>
                  </a:tcPr>
                </a:tc>
                <a:tc>
                  <a:txBody>
                    <a:bodyPr lIns="73080" tIns="0" rIns="7308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Responsable</a:t>
                      </a:r>
                      <a:endParaRPr lang="fr-FR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73080" marR="73080" marT="0" marB="0">
                    <a:lnL w="6480">
                      <a:solidFill>
                        <a:srgbClr val="B9D3CF"/>
                      </a:solidFill>
                      <a:prstDash val="solid"/>
                    </a:lnL>
                    <a:lnR w="6480">
                      <a:solidFill>
                        <a:srgbClr val="B9D3CF"/>
                      </a:solidFill>
                      <a:prstDash val="solid"/>
                    </a:lnR>
                    <a:lnT w="6480">
                      <a:solidFill>
                        <a:srgbClr val="B9D3CF"/>
                      </a:solidFill>
                      <a:prstDash val="solid"/>
                    </a:lnT>
                    <a:lnB w="6480">
                      <a:solidFill>
                        <a:srgbClr val="B9D3CF"/>
                      </a:solidFill>
                      <a:prstDash val="solid"/>
                    </a:lnB>
                    <a:solidFill>
                      <a:srgbClr val="12343B"/>
                    </a:solidFill>
                  </a:tcPr>
                </a:tc>
                <a:tc>
                  <a:txBody>
                    <a:bodyPr lIns="73080" tIns="0" rIns="7308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Échéance</a:t>
                      </a:r>
                      <a:endParaRPr lang="fr-FR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73080" marR="73080" marT="0" marB="0">
                    <a:lnL w="6480">
                      <a:solidFill>
                        <a:srgbClr val="B9D3CF"/>
                      </a:solidFill>
                      <a:prstDash val="solid"/>
                    </a:lnL>
                    <a:lnR w="6480">
                      <a:solidFill>
                        <a:srgbClr val="B9D3CF"/>
                      </a:solidFill>
                      <a:prstDash val="solid"/>
                    </a:lnR>
                    <a:lnT w="6480">
                      <a:solidFill>
                        <a:srgbClr val="B9D3CF"/>
                      </a:solidFill>
                      <a:prstDash val="solid"/>
                    </a:lnT>
                    <a:lnB w="6480">
                      <a:solidFill>
                        <a:srgbClr val="B9D3CF"/>
                      </a:solidFill>
                      <a:prstDash val="solid"/>
                    </a:lnB>
                    <a:solidFill>
                      <a:srgbClr val="12343B"/>
                    </a:solidFill>
                  </a:tcPr>
                </a:tc>
                <a:tc>
                  <a:txBody>
                    <a:bodyPr lIns="73080" tIns="0" rIns="7308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Statut</a:t>
                      </a:r>
                      <a:endParaRPr lang="fr-FR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73080" marR="73080" marT="0" marB="0">
                    <a:lnL w="6480">
                      <a:solidFill>
                        <a:srgbClr val="B9D3CF"/>
                      </a:solidFill>
                      <a:prstDash val="solid"/>
                    </a:lnL>
                    <a:lnR w="6480">
                      <a:solidFill>
                        <a:srgbClr val="B9D3CF"/>
                      </a:solidFill>
                      <a:prstDash val="solid"/>
                    </a:lnR>
                    <a:lnT w="6480">
                      <a:solidFill>
                        <a:srgbClr val="B9D3CF"/>
                      </a:solidFill>
                      <a:prstDash val="solid"/>
                    </a:lnT>
                    <a:lnB w="6480">
                      <a:solidFill>
                        <a:srgbClr val="B9D3CF"/>
                      </a:solidFill>
                      <a:prstDash val="solid"/>
                    </a:lnB>
                    <a:solidFill>
                      <a:srgbClr val="12343B"/>
                    </a:solidFill>
                  </a:tcPr>
                </a:tc>
                <a:tc>
                  <a:txBody>
                    <a:bodyPr lIns="73080" tIns="0" rIns="7308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Commentaire</a:t>
                      </a:r>
                      <a:endParaRPr lang="fr-FR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73080" marR="73080" marT="0" marB="0">
                    <a:lnL w="6480">
                      <a:solidFill>
                        <a:srgbClr val="B9D3CF"/>
                      </a:solidFill>
                      <a:prstDash val="solid"/>
                    </a:lnL>
                    <a:lnR w="6480">
                      <a:solidFill>
                        <a:srgbClr val="B9D3CF"/>
                      </a:solidFill>
                      <a:prstDash val="solid"/>
                    </a:lnR>
                    <a:lnT w="6480">
                      <a:solidFill>
                        <a:srgbClr val="B9D3CF"/>
                      </a:solidFill>
                      <a:prstDash val="solid"/>
                    </a:lnT>
                    <a:lnB w="6480">
                      <a:solidFill>
                        <a:srgbClr val="B9D3CF"/>
                      </a:solidFill>
                      <a:prstDash val="solid"/>
                    </a:lnB>
                    <a:solidFill>
                      <a:srgbClr val="12343B"/>
                    </a:solidFill>
                  </a:tcPr>
                </a:tc>
              </a:tr>
              <a:tr h="411480">
                <a:tc>
                  <a:txBody>
                    <a:bodyPr lIns="73080" tIns="0" rIns="7308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Action 1</a:t>
                      </a:r>
                      <a:endParaRPr lang="fr-F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73080" marR="73080" marT="0" marB="0">
                    <a:lnL w="6480">
                      <a:solidFill>
                        <a:srgbClr val="B9D3CF"/>
                      </a:solidFill>
                      <a:prstDash val="solid"/>
                    </a:lnL>
                    <a:lnR w="6480">
                      <a:solidFill>
                        <a:srgbClr val="B9D3CF"/>
                      </a:solidFill>
                      <a:prstDash val="solid"/>
                    </a:lnR>
                    <a:lnT w="6480">
                      <a:solidFill>
                        <a:srgbClr val="B9D3CF"/>
                      </a:solidFill>
                      <a:prstDash val="solid"/>
                    </a:lnT>
                    <a:lnB w="6480">
                      <a:solidFill>
                        <a:srgbClr val="B9D3CF"/>
                      </a:solidFill>
                      <a:prstDash val="solid"/>
                    </a:lnB>
                    <a:solidFill>
                      <a:srgbClr val="E4F0EE"/>
                    </a:solidFill>
                  </a:tcPr>
                </a:tc>
                <a:tc>
                  <a:txBody>
                    <a:bodyPr lIns="73080" tIns="0" rIns="7308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Prénom Nom</a:t>
                      </a:r>
                      <a:endParaRPr lang="fr-F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73080" marR="73080" marT="0" marB="0">
                    <a:lnL w="6480">
                      <a:solidFill>
                        <a:srgbClr val="B9D3CF"/>
                      </a:solidFill>
                      <a:prstDash val="solid"/>
                    </a:lnL>
                    <a:lnR w="6480">
                      <a:solidFill>
                        <a:srgbClr val="B9D3CF"/>
                      </a:solidFill>
                      <a:prstDash val="solid"/>
                    </a:lnR>
                    <a:lnT w="6480">
                      <a:solidFill>
                        <a:srgbClr val="B9D3CF"/>
                      </a:solidFill>
                      <a:prstDash val="solid"/>
                    </a:lnT>
                    <a:lnB w="6480">
                      <a:solidFill>
                        <a:srgbClr val="B9D3CF"/>
                      </a:solidFill>
                      <a:prstDash val="solid"/>
                    </a:lnB>
                    <a:solidFill>
                      <a:srgbClr val="E4F0EE"/>
                    </a:solidFill>
                  </a:tcPr>
                </a:tc>
                <a:tc>
                  <a:txBody>
                    <a:bodyPr lIns="73080" tIns="0" rIns="7308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JJ/MM</a:t>
                      </a:r>
                      <a:endParaRPr lang="fr-F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73080" marR="73080" marT="0" marB="0">
                    <a:lnL w="6480">
                      <a:solidFill>
                        <a:srgbClr val="B9D3CF"/>
                      </a:solidFill>
                      <a:prstDash val="solid"/>
                    </a:lnL>
                    <a:lnR w="6480">
                      <a:solidFill>
                        <a:srgbClr val="B9D3CF"/>
                      </a:solidFill>
                      <a:prstDash val="solid"/>
                    </a:lnR>
                    <a:lnT w="6480">
                      <a:solidFill>
                        <a:srgbClr val="B9D3CF"/>
                      </a:solidFill>
                      <a:prstDash val="solid"/>
                    </a:lnT>
                    <a:lnB w="6480">
                      <a:solidFill>
                        <a:srgbClr val="B9D3CF"/>
                      </a:solidFill>
                      <a:prstDash val="solid"/>
                    </a:lnB>
                    <a:solidFill>
                      <a:srgbClr val="E4F0EE"/>
                    </a:solidFill>
                  </a:tcPr>
                </a:tc>
                <a:tc>
                  <a:txBody>
                    <a:bodyPr lIns="73080" tIns="0" rIns="7308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2F7F8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● Terminée</a:t>
                      </a:r>
                      <a:endParaRPr lang="fr-F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73080" marR="73080" marT="0" marB="0">
                    <a:lnL w="6480">
                      <a:solidFill>
                        <a:srgbClr val="B9D3CF"/>
                      </a:solidFill>
                      <a:prstDash val="solid"/>
                    </a:lnL>
                    <a:lnR w="6480">
                      <a:solidFill>
                        <a:srgbClr val="B9D3CF"/>
                      </a:solidFill>
                      <a:prstDash val="solid"/>
                    </a:lnR>
                    <a:lnT w="6480">
                      <a:solidFill>
                        <a:srgbClr val="B9D3CF"/>
                      </a:solidFill>
                      <a:prstDash val="solid"/>
                    </a:lnT>
                    <a:lnB w="6480">
                      <a:solidFill>
                        <a:srgbClr val="B9D3CF"/>
                      </a:solidFill>
                      <a:prstDash val="solid"/>
                    </a:lnB>
                    <a:solidFill>
                      <a:srgbClr val="E4F0EE"/>
                    </a:solidFill>
                  </a:tcPr>
                </a:tc>
                <a:tc>
                  <a:txBody>
                    <a:bodyPr lIns="73080" tIns="0" rIns="7308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…</a:t>
                      </a:r>
                      <a:endParaRPr lang="fr-F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73080" marR="73080" marT="0" marB="0">
                    <a:lnL w="6480">
                      <a:solidFill>
                        <a:srgbClr val="B9D3CF"/>
                      </a:solidFill>
                      <a:prstDash val="solid"/>
                    </a:lnL>
                    <a:lnR w="6480">
                      <a:solidFill>
                        <a:srgbClr val="B9D3CF"/>
                      </a:solidFill>
                      <a:prstDash val="solid"/>
                    </a:lnR>
                    <a:lnT w="6480">
                      <a:solidFill>
                        <a:srgbClr val="B9D3CF"/>
                      </a:solidFill>
                      <a:prstDash val="solid"/>
                    </a:lnT>
                    <a:lnB w="6480">
                      <a:solidFill>
                        <a:srgbClr val="B9D3CF"/>
                      </a:solidFill>
                      <a:prstDash val="solid"/>
                    </a:lnB>
                    <a:solidFill>
                      <a:srgbClr val="E4F0EE"/>
                    </a:solidFill>
                  </a:tcPr>
                </a:tc>
              </a:tr>
              <a:tr h="411480">
                <a:tc>
                  <a:txBody>
                    <a:bodyPr lIns="73080" tIns="0" rIns="7308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Action 2</a:t>
                      </a:r>
                      <a:endParaRPr lang="fr-F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73080" marR="73080" marT="0" marB="0">
                    <a:lnL w="6480">
                      <a:solidFill>
                        <a:srgbClr val="B9D3CF"/>
                      </a:solidFill>
                      <a:prstDash val="solid"/>
                    </a:lnL>
                    <a:lnR w="6480">
                      <a:solidFill>
                        <a:srgbClr val="B9D3CF"/>
                      </a:solidFill>
                      <a:prstDash val="solid"/>
                    </a:lnR>
                    <a:lnT w="6480">
                      <a:solidFill>
                        <a:srgbClr val="B9D3CF"/>
                      </a:solidFill>
                      <a:prstDash val="solid"/>
                    </a:lnT>
                    <a:lnB w="6480">
                      <a:solidFill>
                        <a:srgbClr val="B9D3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0" rIns="7308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Prénom Nom</a:t>
                      </a:r>
                      <a:endParaRPr lang="fr-F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73080" marR="73080" marT="0" marB="0">
                    <a:lnL w="6480">
                      <a:solidFill>
                        <a:srgbClr val="B9D3CF"/>
                      </a:solidFill>
                      <a:prstDash val="solid"/>
                    </a:lnL>
                    <a:lnR w="6480">
                      <a:solidFill>
                        <a:srgbClr val="B9D3CF"/>
                      </a:solidFill>
                      <a:prstDash val="solid"/>
                    </a:lnR>
                    <a:lnT w="6480">
                      <a:solidFill>
                        <a:srgbClr val="B9D3CF"/>
                      </a:solidFill>
                      <a:prstDash val="solid"/>
                    </a:lnT>
                    <a:lnB w="6480">
                      <a:solidFill>
                        <a:srgbClr val="B9D3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0" rIns="7308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JJ/MM</a:t>
                      </a:r>
                      <a:endParaRPr lang="fr-F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73080" marR="73080" marT="0" marB="0">
                    <a:lnL w="6480">
                      <a:solidFill>
                        <a:srgbClr val="B9D3CF"/>
                      </a:solidFill>
                      <a:prstDash val="solid"/>
                    </a:lnL>
                    <a:lnR w="6480">
                      <a:solidFill>
                        <a:srgbClr val="B9D3CF"/>
                      </a:solidFill>
                      <a:prstDash val="solid"/>
                    </a:lnR>
                    <a:lnT w="6480">
                      <a:solidFill>
                        <a:srgbClr val="B9D3CF"/>
                      </a:solidFill>
                      <a:prstDash val="solid"/>
                    </a:lnT>
                    <a:lnB w="6480">
                      <a:solidFill>
                        <a:srgbClr val="B9D3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0" rIns="7308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D98E04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● En cours</a:t>
                      </a:r>
                      <a:endParaRPr lang="fr-F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73080" marR="73080" marT="0" marB="0">
                    <a:lnL w="6480">
                      <a:solidFill>
                        <a:srgbClr val="B9D3CF"/>
                      </a:solidFill>
                      <a:prstDash val="solid"/>
                    </a:lnL>
                    <a:lnR w="6480">
                      <a:solidFill>
                        <a:srgbClr val="B9D3CF"/>
                      </a:solidFill>
                      <a:prstDash val="solid"/>
                    </a:lnR>
                    <a:lnT w="6480">
                      <a:solidFill>
                        <a:srgbClr val="B9D3CF"/>
                      </a:solidFill>
                      <a:prstDash val="solid"/>
                    </a:lnT>
                    <a:lnB w="6480">
                      <a:solidFill>
                        <a:srgbClr val="B9D3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0" rIns="7308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…</a:t>
                      </a:r>
                      <a:endParaRPr lang="fr-F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73080" marR="73080" marT="0" marB="0">
                    <a:lnL w="6480">
                      <a:solidFill>
                        <a:srgbClr val="B9D3CF"/>
                      </a:solidFill>
                      <a:prstDash val="solid"/>
                    </a:lnL>
                    <a:lnR w="6480">
                      <a:solidFill>
                        <a:srgbClr val="B9D3CF"/>
                      </a:solidFill>
                      <a:prstDash val="solid"/>
                    </a:lnR>
                    <a:lnT w="6480">
                      <a:solidFill>
                        <a:srgbClr val="B9D3CF"/>
                      </a:solidFill>
                      <a:prstDash val="solid"/>
                    </a:lnT>
                    <a:lnB w="6480">
                      <a:solidFill>
                        <a:srgbClr val="B9D3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lIns="73080" tIns="0" rIns="7308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Action 3</a:t>
                      </a:r>
                      <a:endParaRPr lang="fr-F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73080" marR="73080" marT="0" marB="0">
                    <a:lnL w="6480">
                      <a:solidFill>
                        <a:srgbClr val="B9D3CF"/>
                      </a:solidFill>
                      <a:prstDash val="solid"/>
                    </a:lnL>
                    <a:lnR w="6480">
                      <a:solidFill>
                        <a:srgbClr val="B9D3CF"/>
                      </a:solidFill>
                      <a:prstDash val="solid"/>
                    </a:lnR>
                    <a:lnT w="6480">
                      <a:solidFill>
                        <a:srgbClr val="B9D3CF"/>
                      </a:solidFill>
                      <a:prstDash val="solid"/>
                    </a:lnT>
                    <a:lnB w="6480">
                      <a:solidFill>
                        <a:srgbClr val="B9D3CF"/>
                      </a:solidFill>
                      <a:prstDash val="solid"/>
                    </a:lnB>
                    <a:solidFill>
                      <a:srgbClr val="E4F0EE"/>
                    </a:solidFill>
                  </a:tcPr>
                </a:tc>
                <a:tc>
                  <a:txBody>
                    <a:bodyPr lIns="73080" tIns="0" rIns="7308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Prénom Nom</a:t>
                      </a:r>
                      <a:endParaRPr lang="fr-F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73080" marR="73080" marT="0" marB="0">
                    <a:lnL w="6480">
                      <a:solidFill>
                        <a:srgbClr val="B9D3CF"/>
                      </a:solidFill>
                      <a:prstDash val="solid"/>
                    </a:lnL>
                    <a:lnR w="6480">
                      <a:solidFill>
                        <a:srgbClr val="B9D3CF"/>
                      </a:solidFill>
                      <a:prstDash val="solid"/>
                    </a:lnR>
                    <a:lnT w="6480">
                      <a:solidFill>
                        <a:srgbClr val="B9D3CF"/>
                      </a:solidFill>
                      <a:prstDash val="solid"/>
                    </a:lnT>
                    <a:lnB w="6480">
                      <a:solidFill>
                        <a:srgbClr val="B9D3CF"/>
                      </a:solidFill>
                      <a:prstDash val="solid"/>
                    </a:lnB>
                    <a:solidFill>
                      <a:srgbClr val="E4F0EE"/>
                    </a:solidFill>
                  </a:tcPr>
                </a:tc>
                <a:tc>
                  <a:txBody>
                    <a:bodyPr lIns="73080" tIns="0" rIns="7308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JJ/MM</a:t>
                      </a:r>
                      <a:endParaRPr lang="fr-F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73080" marR="73080" marT="0" marB="0">
                    <a:lnL w="6480">
                      <a:solidFill>
                        <a:srgbClr val="B9D3CF"/>
                      </a:solidFill>
                      <a:prstDash val="solid"/>
                    </a:lnL>
                    <a:lnR w="6480">
                      <a:solidFill>
                        <a:srgbClr val="B9D3CF"/>
                      </a:solidFill>
                      <a:prstDash val="solid"/>
                    </a:lnR>
                    <a:lnT w="6480">
                      <a:solidFill>
                        <a:srgbClr val="B9D3CF"/>
                      </a:solidFill>
                      <a:prstDash val="solid"/>
                    </a:lnT>
                    <a:lnB w="6480">
                      <a:solidFill>
                        <a:srgbClr val="B9D3CF"/>
                      </a:solidFill>
                      <a:prstDash val="solid"/>
                    </a:lnB>
                    <a:solidFill>
                      <a:srgbClr val="E4F0EE"/>
                    </a:solidFill>
                  </a:tcPr>
                </a:tc>
                <a:tc>
                  <a:txBody>
                    <a:bodyPr lIns="73080" tIns="0" rIns="7308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B3261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● En retard</a:t>
                      </a:r>
                      <a:endParaRPr lang="fr-F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73080" marR="73080" marT="0" marB="0">
                    <a:lnL w="6480">
                      <a:solidFill>
                        <a:srgbClr val="B9D3CF"/>
                      </a:solidFill>
                      <a:prstDash val="solid"/>
                    </a:lnL>
                    <a:lnR w="6480">
                      <a:solidFill>
                        <a:srgbClr val="B9D3CF"/>
                      </a:solidFill>
                      <a:prstDash val="solid"/>
                    </a:lnR>
                    <a:lnT w="6480">
                      <a:solidFill>
                        <a:srgbClr val="B9D3CF"/>
                      </a:solidFill>
                      <a:prstDash val="solid"/>
                    </a:lnT>
                    <a:lnB w="6480">
                      <a:solidFill>
                        <a:srgbClr val="B9D3CF"/>
                      </a:solidFill>
                      <a:prstDash val="solid"/>
                    </a:lnB>
                    <a:solidFill>
                      <a:srgbClr val="E4F0EE"/>
                    </a:solidFill>
                  </a:tcPr>
                </a:tc>
                <a:tc>
                  <a:txBody>
                    <a:bodyPr lIns="73080" tIns="0" rIns="7308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…</a:t>
                      </a:r>
                      <a:endParaRPr lang="fr-F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73080" marR="73080" marT="0" marB="0">
                    <a:lnL w="6480">
                      <a:solidFill>
                        <a:srgbClr val="B9D3CF"/>
                      </a:solidFill>
                      <a:prstDash val="solid"/>
                    </a:lnL>
                    <a:lnR w="6480">
                      <a:solidFill>
                        <a:srgbClr val="B9D3CF"/>
                      </a:solidFill>
                      <a:prstDash val="solid"/>
                    </a:lnR>
                    <a:lnT w="6480">
                      <a:solidFill>
                        <a:srgbClr val="B9D3CF"/>
                      </a:solidFill>
                      <a:prstDash val="solid"/>
                    </a:lnT>
                    <a:lnB w="6480">
                      <a:solidFill>
                        <a:srgbClr val="B9D3CF"/>
                      </a:solidFill>
                      <a:prstDash val="solid"/>
                    </a:lnB>
                    <a:solidFill>
                      <a:srgbClr val="E4F0EE"/>
                    </a:solidFill>
                  </a:tcPr>
                </a:tc>
              </a:tr>
              <a:tr h="411480">
                <a:tc>
                  <a:txBody>
                    <a:bodyPr lIns="73080" tIns="0" rIns="7308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Action 4</a:t>
                      </a:r>
                      <a:endParaRPr lang="fr-F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73080" marR="73080" marT="0" marB="0">
                    <a:lnL w="6480">
                      <a:solidFill>
                        <a:srgbClr val="B9D3CF"/>
                      </a:solidFill>
                      <a:prstDash val="solid"/>
                    </a:lnL>
                    <a:lnR w="6480">
                      <a:solidFill>
                        <a:srgbClr val="B9D3CF"/>
                      </a:solidFill>
                      <a:prstDash val="solid"/>
                    </a:lnR>
                    <a:lnT w="6480">
                      <a:solidFill>
                        <a:srgbClr val="B9D3CF"/>
                      </a:solidFill>
                      <a:prstDash val="solid"/>
                    </a:lnT>
                    <a:lnB w="6480">
                      <a:solidFill>
                        <a:srgbClr val="B9D3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0" rIns="7308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Prénom Nom</a:t>
                      </a:r>
                      <a:endParaRPr lang="fr-F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73080" marR="73080" marT="0" marB="0">
                    <a:lnL w="6480">
                      <a:solidFill>
                        <a:srgbClr val="B9D3CF"/>
                      </a:solidFill>
                      <a:prstDash val="solid"/>
                    </a:lnL>
                    <a:lnR w="6480">
                      <a:solidFill>
                        <a:srgbClr val="B9D3CF"/>
                      </a:solidFill>
                      <a:prstDash val="solid"/>
                    </a:lnR>
                    <a:lnT w="6480">
                      <a:solidFill>
                        <a:srgbClr val="B9D3CF"/>
                      </a:solidFill>
                      <a:prstDash val="solid"/>
                    </a:lnT>
                    <a:lnB w="6480">
                      <a:solidFill>
                        <a:srgbClr val="B9D3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0" rIns="7308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JJ/MM</a:t>
                      </a:r>
                      <a:endParaRPr lang="fr-F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73080" marR="73080" marT="0" marB="0">
                    <a:lnL w="6480">
                      <a:solidFill>
                        <a:srgbClr val="B9D3CF"/>
                      </a:solidFill>
                      <a:prstDash val="solid"/>
                    </a:lnL>
                    <a:lnR w="6480">
                      <a:solidFill>
                        <a:srgbClr val="B9D3CF"/>
                      </a:solidFill>
                      <a:prstDash val="solid"/>
                    </a:lnR>
                    <a:lnT w="6480">
                      <a:solidFill>
                        <a:srgbClr val="B9D3CF"/>
                      </a:solidFill>
                      <a:prstDash val="solid"/>
                    </a:lnT>
                    <a:lnB w="6480">
                      <a:solidFill>
                        <a:srgbClr val="B9D3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0" rIns="7308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B6B7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● À lancer</a:t>
                      </a:r>
                      <a:endParaRPr lang="fr-F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73080" marR="73080" marT="0" marB="0">
                    <a:lnL w="6480">
                      <a:solidFill>
                        <a:srgbClr val="B9D3CF"/>
                      </a:solidFill>
                      <a:prstDash val="solid"/>
                    </a:lnL>
                    <a:lnR w="6480">
                      <a:solidFill>
                        <a:srgbClr val="B9D3CF"/>
                      </a:solidFill>
                      <a:prstDash val="solid"/>
                    </a:lnR>
                    <a:lnT w="6480">
                      <a:solidFill>
                        <a:srgbClr val="B9D3CF"/>
                      </a:solidFill>
                      <a:prstDash val="solid"/>
                    </a:lnT>
                    <a:lnB w="6480">
                      <a:solidFill>
                        <a:srgbClr val="B9D3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0" rIns="7308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F2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…</a:t>
                      </a:r>
                      <a:endParaRPr lang="fr-F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73080" marR="73080" marT="0" marB="0">
                    <a:lnL w="6480">
                      <a:solidFill>
                        <a:srgbClr val="B9D3CF"/>
                      </a:solidFill>
                      <a:prstDash val="solid"/>
                    </a:lnL>
                    <a:lnR w="6480">
                      <a:solidFill>
                        <a:srgbClr val="B9D3CF"/>
                      </a:solidFill>
                      <a:prstDash val="solid"/>
                    </a:lnR>
                    <a:lnT w="6480">
                      <a:solidFill>
                        <a:srgbClr val="B9D3CF"/>
                      </a:solidFill>
                      <a:prstDash val="solid"/>
                    </a:lnT>
                    <a:lnB w="6480">
                      <a:solidFill>
                        <a:srgbClr val="B9D3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5" name="PlaceHolder 3"/>
          <p:cNvSpPr>
            <a:spLocks noGrp="1"/>
          </p:cNvSpPr>
          <p:nvPr>
            <p:ph type="sldNum" idx="16"/>
          </p:nvPr>
        </p:nvSpPr>
        <p:spPr>
          <a:xfrm>
            <a:off x="8138160" y="4754880"/>
            <a:ext cx="45684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5B6B70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0DEA8F2-FA95-4A57-AEB0-9F44E2FFA260}" type="slidenum">
              <a:rPr lang="en-US" sz="900" b="0" u="none" strike="noStrike">
                <a:solidFill>
                  <a:srgbClr val="5B6B70"/>
                </a:solidFill>
                <a:effectLst/>
                <a:uFillTx/>
                <a:latin typeface="Calibri"/>
                <a:ea typeface="Calibri"/>
              </a:rPr>
              <a:t>&lt;numéro&gt;</a:t>
            </a:fld>
            <a:endParaRPr lang="fr-FR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 hasCustomPrompt="1"/>
          </p:nvPr>
        </p:nvSpPr>
        <p:spPr>
          <a:xfrm>
            <a:off x="548640" y="365760"/>
            <a:ext cx="8046360" cy="548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1" u="none" strike="noStrike">
                <a:solidFill>
                  <a:srgbClr val="12343B"/>
                </a:solidFill>
                <a:effectLst/>
                <a:uFillTx/>
                <a:latin typeface="Cambria"/>
                <a:ea typeface="Cambria"/>
              </a:rPr>
              <a:t>Calendrier et jalons</a:t>
            </a:r>
            <a:endParaRPr lang="en-US" sz="2800" b="1" u="none" strike="noStrike">
              <a:solidFill>
                <a:srgbClr val="12343B"/>
              </a:solidFill>
              <a:effectLst/>
              <a:uFillTx/>
              <a:latin typeface="Cambria"/>
            </a:endParaRPr>
          </a:p>
        </p:txBody>
      </p:sp>
      <p:sp>
        <p:nvSpPr>
          <p:cNvPr id="187" name="PlaceHolder 2"/>
          <p:cNvSpPr>
            <a:spLocks noGrp="1"/>
          </p:cNvSpPr>
          <p:nvPr>
            <p:ph hasCustomPrompt="1"/>
          </p:nvPr>
        </p:nvSpPr>
        <p:spPr>
          <a:xfrm>
            <a:off x="548640" y="914400"/>
            <a:ext cx="8046360" cy="319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spcBef>
                <a:spcPts val="261"/>
              </a:spcBef>
              <a:buNone/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5B6B70"/>
                </a:solidFill>
                <a:effectLst/>
                <a:uFillTx/>
                <a:latin typeface="Calibri"/>
                <a:ea typeface="Calibri"/>
              </a:rPr>
              <a:t>Période couverte</a:t>
            </a:r>
            <a:endParaRPr lang="en-US" sz="1300" b="0" u="none" strike="noStrike">
              <a:solidFill>
                <a:srgbClr val="5B6B70"/>
              </a:solidFill>
              <a:effectLst/>
              <a:uFillTx/>
              <a:latin typeface="Calibri"/>
            </a:endParaRPr>
          </a:p>
        </p:txBody>
      </p:sp>
      <p:sp>
        <p:nvSpPr>
          <p:cNvPr id="188" name="PlaceHolder 3"/>
          <p:cNvSpPr>
            <a:spLocks noGrp="1"/>
          </p:cNvSpPr>
          <p:nvPr>
            <p:ph hasCustomPrompt="1"/>
          </p:nvPr>
        </p:nvSpPr>
        <p:spPr>
          <a:xfrm>
            <a:off x="274320" y="2560320"/>
            <a:ext cx="1645560" cy="273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ctr" defTabSz="914400">
              <a:lnSpc>
                <a:spcPct val="100000"/>
              </a:lnSpc>
              <a:spcBef>
                <a:spcPts val="241"/>
              </a:spcBef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rgbClr val="12343B"/>
                </a:solidFill>
                <a:effectLst/>
                <a:uFillTx/>
                <a:latin typeface="Calibri"/>
                <a:ea typeface="Calibri"/>
              </a:rPr>
              <a:t>Mois 1</a:t>
            </a:r>
            <a:endParaRPr lang="en-US" sz="1200" b="0" u="none" strike="noStrike">
              <a:solidFill>
                <a:srgbClr val="5B6B70"/>
              </a:solidFill>
              <a:effectLst/>
              <a:uFillTx/>
              <a:latin typeface="Calibri"/>
            </a:endParaRPr>
          </a:p>
        </p:txBody>
      </p:sp>
      <p:sp>
        <p:nvSpPr>
          <p:cNvPr id="189" name="PlaceHolder 4"/>
          <p:cNvSpPr>
            <a:spLocks noGrp="1"/>
          </p:cNvSpPr>
          <p:nvPr>
            <p:ph hasCustomPrompt="1"/>
          </p:nvPr>
        </p:nvSpPr>
        <p:spPr>
          <a:xfrm>
            <a:off x="320040" y="2880360"/>
            <a:ext cx="1554120" cy="109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ctr" defTabSz="914400">
              <a:lnSpc>
                <a:spcPct val="100000"/>
              </a:lnSpc>
              <a:spcBef>
                <a:spcPts val="221"/>
              </a:spcBef>
              <a:buNone/>
              <a:tabLst>
                <a:tab pos="0" algn="l"/>
              </a:tabLst>
            </a:pPr>
            <a:r>
              <a:rPr lang="en-US" sz="1100" b="0" u="none" strike="noStrike">
                <a:solidFill>
                  <a:srgbClr val="5B6B70"/>
                </a:solidFill>
                <a:effectLst/>
                <a:uFillTx/>
                <a:latin typeface="Calibri"/>
                <a:ea typeface="Calibri"/>
              </a:rPr>
              <a:t>Description du jalon</a:t>
            </a:r>
            <a:endParaRPr lang="en-US" sz="1100" b="0" u="none" strike="noStrike">
              <a:solidFill>
                <a:srgbClr val="5B6B70"/>
              </a:solidFill>
              <a:effectLst/>
              <a:uFillTx/>
              <a:latin typeface="Calibri"/>
            </a:endParaRPr>
          </a:p>
        </p:txBody>
      </p:sp>
      <p:sp>
        <p:nvSpPr>
          <p:cNvPr id="190" name="PlaceHolder 5"/>
          <p:cNvSpPr>
            <a:spLocks noGrp="1"/>
          </p:cNvSpPr>
          <p:nvPr>
            <p:ph hasCustomPrompt="1"/>
          </p:nvPr>
        </p:nvSpPr>
        <p:spPr>
          <a:xfrm>
            <a:off x="2011680" y="2560320"/>
            <a:ext cx="1645560" cy="273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ctr" defTabSz="914400">
              <a:lnSpc>
                <a:spcPct val="100000"/>
              </a:lnSpc>
              <a:spcBef>
                <a:spcPts val="241"/>
              </a:spcBef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rgbClr val="12343B"/>
                </a:solidFill>
                <a:effectLst/>
                <a:uFillTx/>
                <a:latin typeface="Calibri"/>
                <a:ea typeface="Calibri"/>
              </a:rPr>
              <a:t>Mois 2</a:t>
            </a:r>
            <a:endParaRPr lang="en-US" sz="1200" b="0" u="none" strike="noStrike">
              <a:solidFill>
                <a:srgbClr val="5B6B70"/>
              </a:solidFill>
              <a:effectLst/>
              <a:uFillTx/>
              <a:latin typeface="Calibri"/>
            </a:endParaRPr>
          </a:p>
        </p:txBody>
      </p:sp>
      <p:sp>
        <p:nvSpPr>
          <p:cNvPr id="191" name="PlaceHolder 6"/>
          <p:cNvSpPr>
            <a:spLocks noGrp="1"/>
          </p:cNvSpPr>
          <p:nvPr>
            <p:ph hasCustomPrompt="1"/>
          </p:nvPr>
        </p:nvSpPr>
        <p:spPr>
          <a:xfrm>
            <a:off x="2057400" y="2880360"/>
            <a:ext cx="1554120" cy="109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ctr" defTabSz="914400">
              <a:lnSpc>
                <a:spcPct val="100000"/>
              </a:lnSpc>
              <a:spcBef>
                <a:spcPts val="221"/>
              </a:spcBef>
              <a:buNone/>
              <a:tabLst>
                <a:tab pos="0" algn="l"/>
              </a:tabLst>
            </a:pPr>
            <a:r>
              <a:rPr lang="en-US" sz="1100" b="0" u="none" strike="noStrike">
                <a:solidFill>
                  <a:srgbClr val="5B6B70"/>
                </a:solidFill>
                <a:effectLst/>
                <a:uFillTx/>
                <a:latin typeface="Calibri"/>
                <a:ea typeface="Calibri"/>
              </a:rPr>
              <a:t>Description du jalon</a:t>
            </a:r>
            <a:endParaRPr lang="en-US" sz="1100" b="0" u="none" strike="noStrike">
              <a:solidFill>
                <a:srgbClr val="5B6B70"/>
              </a:solidFill>
              <a:effectLst/>
              <a:uFillTx/>
              <a:latin typeface="Calibri"/>
            </a:endParaRPr>
          </a:p>
        </p:txBody>
      </p:sp>
      <p:sp>
        <p:nvSpPr>
          <p:cNvPr id="192" name="PlaceHolder 7"/>
          <p:cNvSpPr>
            <a:spLocks noGrp="1"/>
          </p:cNvSpPr>
          <p:nvPr>
            <p:ph hasCustomPrompt="1"/>
          </p:nvPr>
        </p:nvSpPr>
        <p:spPr>
          <a:xfrm>
            <a:off x="3749040" y="2560320"/>
            <a:ext cx="1645560" cy="273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ctr" defTabSz="914400">
              <a:lnSpc>
                <a:spcPct val="100000"/>
              </a:lnSpc>
              <a:spcBef>
                <a:spcPts val="241"/>
              </a:spcBef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rgbClr val="D98E04"/>
                </a:solidFill>
                <a:effectLst/>
                <a:uFillTx/>
                <a:latin typeface="Calibri"/>
                <a:ea typeface="Calibri"/>
              </a:rPr>
              <a:t>Mois 3</a:t>
            </a:r>
            <a:endParaRPr lang="en-US" sz="1200" b="0" u="none" strike="noStrike">
              <a:solidFill>
                <a:srgbClr val="5B6B70"/>
              </a:solidFill>
              <a:effectLst/>
              <a:uFillTx/>
              <a:latin typeface="Calibri"/>
            </a:endParaRPr>
          </a:p>
        </p:txBody>
      </p:sp>
      <p:sp>
        <p:nvSpPr>
          <p:cNvPr id="193" name="PlaceHolder 8"/>
          <p:cNvSpPr>
            <a:spLocks noGrp="1"/>
          </p:cNvSpPr>
          <p:nvPr>
            <p:ph hasCustomPrompt="1"/>
          </p:nvPr>
        </p:nvSpPr>
        <p:spPr>
          <a:xfrm>
            <a:off x="3794760" y="2880360"/>
            <a:ext cx="1554120" cy="109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ctr" defTabSz="914400">
              <a:lnSpc>
                <a:spcPct val="100000"/>
              </a:lnSpc>
              <a:spcBef>
                <a:spcPts val="221"/>
              </a:spcBef>
              <a:buNone/>
              <a:tabLst>
                <a:tab pos="0" algn="l"/>
              </a:tabLst>
            </a:pPr>
            <a:r>
              <a:rPr lang="en-US" sz="1100" b="0" u="none" strike="noStrike">
                <a:solidFill>
                  <a:srgbClr val="5B6B70"/>
                </a:solidFill>
                <a:effectLst/>
                <a:uFillTx/>
                <a:latin typeface="Calibri"/>
                <a:ea typeface="Calibri"/>
              </a:rPr>
              <a:t>Description du jalon</a:t>
            </a:r>
            <a:endParaRPr lang="en-US" sz="1100" b="0" u="none" strike="noStrike">
              <a:solidFill>
                <a:srgbClr val="5B6B70"/>
              </a:solidFill>
              <a:effectLst/>
              <a:uFillTx/>
              <a:latin typeface="Calibri"/>
            </a:endParaRPr>
          </a:p>
        </p:txBody>
      </p:sp>
      <p:sp>
        <p:nvSpPr>
          <p:cNvPr id="194" name="PlaceHolder 9"/>
          <p:cNvSpPr>
            <a:spLocks noGrp="1"/>
          </p:cNvSpPr>
          <p:nvPr>
            <p:ph hasCustomPrompt="1"/>
          </p:nvPr>
        </p:nvSpPr>
        <p:spPr>
          <a:xfrm>
            <a:off x="5486400" y="2560320"/>
            <a:ext cx="1645560" cy="273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ctr" defTabSz="914400">
              <a:lnSpc>
                <a:spcPct val="100000"/>
              </a:lnSpc>
              <a:spcBef>
                <a:spcPts val="241"/>
              </a:spcBef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rgbClr val="12343B"/>
                </a:solidFill>
                <a:effectLst/>
                <a:uFillTx/>
                <a:latin typeface="Calibri"/>
                <a:ea typeface="Calibri"/>
              </a:rPr>
              <a:t>Mois 4</a:t>
            </a:r>
            <a:endParaRPr lang="en-US" sz="1200" b="0" u="none" strike="noStrike">
              <a:solidFill>
                <a:srgbClr val="5B6B70"/>
              </a:solidFill>
              <a:effectLst/>
              <a:uFillTx/>
              <a:latin typeface="Calibri"/>
            </a:endParaRPr>
          </a:p>
        </p:txBody>
      </p:sp>
      <p:sp>
        <p:nvSpPr>
          <p:cNvPr id="195" name="PlaceHolder 10"/>
          <p:cNvSpPr>
            <a:spLocks noGrp="1"/>
          </p:cNvSpPr>
          <p:nvPr>
            <p:ph hasCustomPrompt="1"/>
          </p:nvPr>
        </p:nvSpPr>
        <p:spPr>
          <a:xfrm>
            <a:off x="5532120" y="2880360"/>
            <a:ext cx="1554120" cy="109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ctr" defTabSz="914400">
              <a:lnSpc>
                <a:spcPct val="100000"/>
              </a:lnSpc>
              <a:spcBef>
                <a:spcPts val="221"/>
              </a:spcBef>
              <a:buNone/>
              <a:tabLst>
                <a:tab pos="0" algn="l"/>
              </a:tabLst>
            </a:pPr>
            <a:r>
              <a:rPr lang="en-US" sz="1100" b="0" u="none" strike="noStrike">
                <a:solidFill>
                  <a:srgbClr val="5B6B70"/>
                </a:solidFill>
                <a:effectLst/>
                <a:uFillTx/>
                <a:latin typeface="Calibri"/>
                <a:ea typeface="Calibri"/>
              </a:rPr>
              <a:t>Description du jalon</a:t>
            </a:r>
            <a:endParaRPr lang="en-US" sz="1100" b="0" u="none" strike="noStrike">
              <a:solidFill>
                <a:srgbClr val="5B6B70"/>
              </a:solidFill>
              <a:effectLst/>
              <a:uFillTx/>
              <a:latin typeface="Calibri"/>
            </a:endParaRPr>
          </a:p>
        </p:txBody>
      </p:sp>
      <p:sp>
        <p:nvSpPr>
          <p:cNvPr id="196" name="PlaceHolder 11"/>
          <p:cNvSpPr>
            <a:spLocks noGrp="1"/>
          </p:cNvSpPr>
          <p:nvPr>
            <p:ph hasCustomPrompt="1"/>
          </p:nvPr>
        </p:nvSpPr>
        <p:spPr>
          <a:xfrm>
            <a:off x="7223760" y="2560320"/>
            <a:ext cx="1645560" cy="273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ctr" defTabSz="914400">
              <a:lnSpc>
                <a:spcPct val="100000"/>
              </a:lnSpc>
              <a:spcBef>
                <a:spcPts val="241"/>
              </a:spcBef>
              <a:buNone/>
              <a:tabLst>
                <a:tab pos="0" algn="l"/>
              </a:tabLst>
            </a:pPr>
            <a:r>
              <a:rPr lang="en-US" sz="1200" b="1" u="none" strike="noStrike">
                <a:solidFill>
                  <a:srgbClr val="12343B"/>
                </a:solidFill>
                <a:effectLst/>
                <a:uFillTx/>
                <a:latin typeface="Calibri"/>
                <a:ea typeface="Calibri"/>
              </a:rPr>
              <a:t>Mois 5</a:t>
            </a:r>
            <a:endParaRPr lang="en-US" sz="1200" b="0" u="none" strike="noStrike">
              <a:solidFill>
                <a:srgbClr val="5B6B70"/>
              </a:solidFill>
              <a:effectLst/>
              <a:uFillTx/>
              <a:latin typeface="Calibri"/>
            </a:endParaRPr>
          </a:p>
        </p:txBody>
      </p:sp>
      <p:sp>
        <p:nvSpPr>
          <p:cNvPr id="197" name="PlaceHolder 12"/>
          <p:cNvSpPr>
            <a:spLocks noGrp="1"/>
          </p:cNvSpPr>
          <p:nvPr>
            <p:ph hasCustomPrompt="1"/>
          </p:nvPr>
        </p:nvSpPr>
        <p:spPr>
          <a:xfrm>
            <a:off x="7269480" y="2880360"/>
            <a:ext cx="1554120" cy="109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ctr" defTabSz="914400">
              <a:lnSpc>
                <a:spcPct val="100000"/>
              </a:lnSpc>
              <a:spcBef>
                <a:spcPts val="221"/>
              </a:spcBef>
              <a:buNone/>
              <a:tabLst>
                <a:tab pos="0" algn="l"/>
              </a:tabLst>
            </a:pPr>
            <a:r>
              <a:rPr lang="en-US" sz="1100" b="0" u="none" strike="noStrike">
                <a:solidFill>
                  <a:srgbClr val="5B6B70"/>
                </a:solidFill>
                <a:effectLst/>
                <a:uFillTx/>
                <a:latin typeface="Calibri"/>
                <a:ea typeface="Calibri"/>
              </a:rPr>
              <a:t>Description du jalon</a:t>
            </a:r>
            <a:endParaRPr lang="en-US" sz="1100" b="0" u="none" strike="noStrike">
              <a:solidFill>
                <a:srgbClr val="5B6B70"/>
              </a:solidFill>
              <a:effectLst/>
              <a:uFillTx/>
              <a:latin typeface="Calibri"/>
            </a:endParaRPr>
          </a:p>
        </p:txBody>
      </p:sp>
      <p:sp>
        <p:nvSpPr>
          <p:cNvPr id="198" name="PlaceHolder 13"/>
          <p:cNvSpPr>
            <a:spLocks noGrp="1"/>
          </p:cNvSpPr>
          <p:nvPr>
            <p:ph type="sldNum" idx="17"/>
          </p:nvPr>
        </p:nvSpPr>
        <p:spPr>
          <a:xfrm>
            <a:off x="8138160" y="4754880"/>
            <a:ext cx="45684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5B6B70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FD22F60-0B45-423E-A829-8646350A4619}" type="slidenum">
              <a:rPr lang="en-US" sz="900" b="0" u="none" strike="noStrike">
                <a:solidFill>
                  <a:srgbClr val="5B6B70"/>
                </a:solidFill>
                <a:effectLst/>
                <a:uFillTx/>
                <a:latin typeface="Calibri"/>
                <a:ea typeface="Calibri"/>
              </a:rPr>
              <a:t>&lt;numéro&gt;</a:t>
            </a:fld>
            <a:endParaRPr lang="fr-FR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 hasCustomPrompt="1"/>
          </p:nvPr>
        </p:nvSpPr>
        <p:spPr>
          <a:xfrm>
            <a:off x="548640" y="365760"/>
            <a:ext cx="8046360" cy="548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1" u="none" strike="noStrike">
                <a:solidFill>
                  <a:srgbClr val="12343B"/>
                </a:solidFill>
                <a:effectLst/>
                <a:uFillTx/>
                <a:latin typeface="Cambria"/>
                <a:ea typeface="Cambria"/>
              </a:rPr>
              <a:t>Indicateurs de la période</a:t>
            </a:r>
            <a:endParaRPr lang="en-US" sz="2800" b="1" u="none" strike="noStrike">
              <a:solidFill>
                <a:srgbClr val="12343B"/>
              </a:solidFill>
              <a:effectLst/>
              <a:uFillTx/>
              <a:latin typeface="Cambria"/>
            </a:endParaRPr>
          </a:p>
        </p:txBody>
      </p:sp>
      <p:sp>
        <p:nvSpPr>
          <p:cNvPr id="200" name="PlaceHolder 2"/>
          <p:cNvSpPr>
            <a:spLocks noGrp="1"/>
          </p:cNvSpPr>
          <p:nvPr>
            <p:ph hasCustomPrompt="1"/>
          </p:nvPr>
        </p:nvSpPr>
        <p:spPr>
          <a:xfrm>
            <a:off x="548640" y="914400"/>
            <a:ext cx="8046360" cy="319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spcBef>
                <a:spcPts val="261"/>
              </a:spcBef>
              <a:buNone/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5B6B70"/>
                </a:solidFill>
                <a:effectLst/>
                <a:uFillTx/>
                <a:latin typeface="Calibri"/>
                <a:ea typeface="Calibri"/>
              </a:rPr>
              <a:t>Sous-titre ou message clé</a:t>
            </a:r>
            <a:endParaRPr lang="en-US" sz="1300" b="0" i="1" u="none" strike="noStrike">
              <a:solidFill>
                <a:srgbClr val="5B6B70"/>
              </a:solidFill>
              <a:effectLst/>
              <a:uFillTx/>
              <a:latin typeface="Calibri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 hasCustomPrompt="1"/>
          </p:nvPr>
        </p:nvSpPr>
        <p:spPr>
          <a:xfrm>
            <a:off x="548640" y="1965960"/>
            <a:ext cx="1828440" cy="82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ctr" defTabSz="914400">
              <a:lnSpc>
                <a:spcPct val="100000"/>
              </a:lnSpc>
              <a:spcBef>
                <a:spcPts val="760"/>
              </a:spcBef>
              <a:buNone/>
              <a:tabLst>
                <a:tab pos="0" algn="l"/>
              </a:tabLst>
            </a:pPr>
            <a:r>
              <a:rPr lang="en-US" sz="3800" b="1" u="none" strike="noStrike">
                <a:solidFill>
                  <a:srgbClr val="D98E04"/>
                </a:solidFill>
                <a:effectLst/>
                <a:uFillTx/>
                <a:latin typeface="Cambria"/>
                <a:ea typeface="Cambria"/>
              </a:rPr>
              <a:t>00</a:t>
            </a:r>
            <a:endParaRPr lang="en-US" sz="3800" b="0" i="1" u="none" strike="noStrike">
              <a:solidFill>
                <a:srgbClr val="5B6B70"/>
              </a:solidFill>
              <a:effectLst/>
              <a:uFillTx/>
              <a:latin typeface="Calibri"/>
            </a:endParaRPr>
          </a:p>
        </p:txBody>
      </p:sp>
      <p:sp>
        <p:nvSpPr>
          <p:cNvPr id="202" name="PlaceHolder 4"/>
          <p:cNvSpPr>
            <a:spLocks noGrp="1"/>
          </p:cNvSpPr>
          <p:nvPr>
            <p:ph hasCustomPrompt="1"/>
          </p:nvPr>
        </p:nvSpPr>
        <p:spPr>
          <a:xfrm>
            <a:off x="685800" y="2834640"/>
            <a:ext cx="1554120" cy="548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ctr" defTabSz="914400">
              <a:lnSpc>
                <a:spcPct val="100000"/>
              </a:lnSpc>
              <a:spcBef>
                <a:spcPts val="261"/>
              </a:spcBef>
              <a:buNone/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Libellé</a:t>
            </a:r>
            <a:endParaRPr lang="en-US" sz="1300" b="0" i="1" u="none" strike="noStrike">
              <a:solidFill>
                <a:srgbClr val="5B6B70"/>
              </a:solidFill>
              <a:effectLst/>
              <a:uFillTx/>
              <a:latin typeface="Calibri"/>
            </a:endParaRPr>
          </a:p>
        </p:txBody>
      </p:sp>
      <p:sp>
        <p:nvSpPr>
          <p:cNvPr id="203" name="PlaceHolder 5"/>
          <p:cNvSpPr>
            <a:spLocks noGrp="1"/>
          </p:cNvSpPr>
          <p:nvPr>
            <p:ph hasCustomPrompt="1"/>
          </p:nvPr>
        </p:nvSpPr>
        <p:spPr>
          <a:xfrm>
            <a:off x="2606040" y="1965960"/>
            <a:ext cx="1828440" cy="82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ctr" defTabSz="914400">
              <a:lnSpc>
                <a:spcPct val="100000"/>
              </a:lnSpc>
              <a:spcBef>
                <a:spcPts val="760"/>
              </a:spcBef>
              <a:buNone/>
              <a:tabLst>
                <a:tab pos="0" algn="l"/>
              </a:tabLst>
            </a:pPr>
            <a:r>
              <a:rPr lang="en-US" sz="3800" b="1" u="none" strike="noStrike">
                <a:solidFill>
                  <a:srgbClr val="12343B"/>
                </a:solidFill>
                <a:effectLst/>
                <a:uFillTx/>
                <a:latin typeface="Cambria"/>
                <a:ea typeface="Cambria"/>
              </a:rPr>
              <a:t>00</a:t>
            </a:r>
            <a:endParaRPr lang="en-US" sz="3800" b="0" i="1" u="none" strike="noStrike">
              <a:solidFill>
                <a:srgbClr val="5B6B70"/>
              </a:solidFill>
              <a:effectLst/>
              <a:uFillTx/>
              <a:latin typeface="Calibri"/>
            </a:endParaRPr>
          </a:p>
        </p:txBody>
      </p:sp>
      <p:sp>
        <p:nvSpPr>
          <p:cNvPr id="204" name="PlaceHolder 6"/>
          <p:cNvSpPr>
            <a:spLocks noGrp="1"/>
          </p:cNvSpPr>
          <p:nvPr>
            <p:ph hasCustomPrompt="1"/>
          </p:nvPr>
        </p:nvSpPr>
        <p:spPr>
          <a:xfrm>
            <a:off x="2743200" y="2834640"/>
            <a:ext cx="1554120" cy="548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ctr" defTabSz="914400">
              <a:lnSpc>
                <a:spcPct val="100000"/>
              </a:lnSpc>
              <a:spcBef>
                <a:spcPts val="261"/>
              </a:spcBef>
              <a:buNone/>
              <a:tabLst>
                <a:tab pos="0" algn="l"/>
              </a:tabLst>
            </a:pPr>
            <a:r>
              <a:rPr lang="en-US" sz="1300" b="0" u="none" strike="noStrike">
                <a:solidFill>
                  <a:srgbClr val="5B6B70"/>
                </a:solidFill>
                <a:effectLst/>
                <a:uFillTx/>
                <a:latin typeface="Calibri"/>
                <a:ea typeface="Calibri"/>
              </a:rPr>
              <a:t>Libellé</a:t>
            </a:r>
            <a:endParaRPr lang="en-US" sz="1300" b="0" i="1" u="none" strike="noStrike">
              <a:solidFill>
                <a:srgbClr val="5B6B70"/>
              </a:solidFill>
              <a:effectLst/>
              <a:uFillTx/>
              <a:latin typeface="Calibri"/>
            </a:endParaRPr>
          </a:p>
        </p:txBody>
      </p:sp>
      <p:sp>
        <p:nvSpPr>
          <p:cNvPr id="205" name="PlaceHolder 7"/>
          <p:cNvSpPr>
            <a:spLocks noGrp="1"/>
          </p:cNvSpPr>
          <p:nvPr>
            <p:ph hasCustomPrompt="1"/>
          </p:nvPr>
        </p:nvSpPr>
        <p:spPr>
          <a:xfrm>
            <a:off x="4663440" y="1965960"/>
            <a:ext cx="1828440" cy="82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ctr" defTabSz="914400">
              <a:lnSpc>
                <a:spcPct val="100000"/>
              </a:lnSpc>
              <a:spcBef>
                <a:spcPts val="760"/>
              </a:spcBef>
              <a:buNone/>
              <a:tabLst>
                <a:tab pos="0" algn="l"/>
              </a:tabLst>
            </a:pPr>
            <a:r>
              <a:rPr lang="en-US" sz="3800" b="1" u="none" strike="noStrike">
                <a:solidFill>
                  <a:srgbClr val="12343B"/>
                </a:solidFill>
                <a:effectLst/>
                <a:uFillTx/>
                <a:latin typeface="Cambria"/>
                <a:ea typeface="Cambria"/>
              </a:rPr>
              <a:t>00</a:t>
            </a:r>
            <a:endParaRPr lang="en-US" sz="3800" b="0" i="1" u="none" strike="noStrike">
              <a:solidFill>
                <a:srgbClr val="5B6B70"/>
              </a:solidFill>
              <a:effectLst/>
              <a:uFillTx/>
              <a:latin typeface="Calibri"/>
            </a:endParaRPr>
          </a:p>
        </p:txBody>
      </p:sp>
      <p:sp>
        <p:nvSpPr>
          <p:cNvPr id="206" name="PlaceHolder 8"/>
          <p:cNvSpPr>
            <a:spLocks noGrp="1"/>
          </p:cNvSpPr>
          <p:nvPr>
            <p:ph hasCustomPrompt="1"/>
          </p:nvPr>
        </p:nvSpPr>
        <p:spPr>
          <a:xfrm>
            <a:off x="4800600" y="2834640"/>
            <a:ext cx="1554120" cy="548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ctr" defTabSz="914400">
              <a:lnSpc>
                <a:spcPct val="100000"/>
              </a:lnSpc>
              <a:spcBef>
                <a:spcPts val="261"/>
              </a:spcBef>
              <a:buNone/>
              <a:tabLst>
                <a:tab pos="0" algn="l"/>
              </a:tabLst>
            </a:pPr>
            <a:r>
              <a:rPr lang="en-US" sz="1300" b="0" u="none" strike="noStrike">
                <a:solidFill>
                  <a:srgbClr val="5B6B70"/>
                </a:solidFill>
                <a:effectLst/>
                <a:uFillTx/>
                <a:latin typeface="Calibri"/>
                <a:ea typeface="Calibri"/>
              </a:rPr>
              <a:t>Libellé</a:t>
            </a:r>
            <a:endParaRPr lang="en-US" sz="1300" b="0" i="1" u="none" strike="noStrike">
              <a:solidFill>
                <a:srgbClr val="5B6B70"/>
              </a:solidFill>
              <a:effectLst/>
              <a:uFillTx/>
              <a:latin typeface="Calibri"/>
            </a:endParaRPr>
          </a:p>
        </p:txBody>
      </p:sp>
      <p:sp>
        <p:nvSpPr>
          <p:cNvPr id="207" name="PlaceHolder 9"/>
          <p:cNvSpPr>
            <a:spLocks noGrp="1"/>
          </p:cNvSpPr>
          <p:nvPr>
            <p:ph hasCustomPrompt="1"/>
          </p:nvPr>
        </p:nvSpPr>
        <p:spPr>
          <a:xfrm>
            <a:off x="6720840" y="1965960"/>
            <a:ext cx="1828440" cy="82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ctr" defTabSz="914400">
              <a:lnSpc>
                <a:spcPct val="100000"/>
              </a:lnSpc>
              <a:spcBef>
                <a:spcPts val="760"/>
              </a:spcBef>
              <a:buNone/>
              <a:tabLst>
                <a:tab pos="0" algn="l"/>
              </a:tabLst>
            </a:pPr>
            <a:r>
              <a:rPr lang="en-US" sz="3800" b="1" u="none" strike="noStrike">
                <a:solidFill>
                  <a:srgbClr val="12343B"/>
                </a:solidFill>
                <a:effectLst/>
                <a:uFillTx/>
                <a:latin typeface="Cambria"/>
                <a:ea typeface="Cambria"/>
              </a:rPr>
              <a:t>00</a:t>
            </a:r>
            <a:endParaRPr lang="en-US" sz="3800" b="0" i="1" u="none" strike="noStrike">
              <a:solidFill>
                <a:srgbClr val="5B6B70"/>
              </a:solidFill>
              <a:effectLst/>
              <a:uFillTx/>
              <a:latin typeface="Calibri"/>
            </a:endParaRPr>
          </a:p>
        </p:txBody>
      </p:sp>
      <p:sp>
        <p:nvSpPr>
          <p:cNvPr id="208" name="PlaceHolder 10"/>
          <p:cNvSpPr>
            <a:spLocks noGrp="1"/>
          </p:cNvSpPr>
          <p:nvPr>
            <p:ph hasCustomPrompt="1"/>
          </p:nvPr>
        </p:nvSpPr>
        <p:spPr>
          <a:xfrm>
            <a:off x="6858000" y="2834640"/>
            <a:ext cx="1554120" cy="548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ctr" defTabSz="914400">
              <a:lnSpc>
                <a:spcPct val="100000"/>
              </a:lnSpc>
              <a:spcBef>
                <a:spcPts val="261"/>
              </a:spcBef>
              <a:buNone/>
              <a:tabLst>
                <a:tab pos="0" algn="l"/>
              </a:tabLst>
            </a:pPr>
            <a:r>
              <a:rPr lang="en-US" sz="1300" b="0" u="none" strike="noStrike">
                <a:solidFill>
                  <a:srgbClr val="5B6B70"/>
                </a:solidFill>
                <a:effectLst/>
                <a:uFillTx/>
                <a:latin typeface="Calibri"/>
                <a:ea typeface="Calibri"/>
              </a:rPr>
              <a:t>Libellé</a:t>
            </a:r>
            <a:endParaRPr lang="en-US" sz="1300" b="0" i="1" u="none" strike="noStrike">
              <a:solidFill>
                <a:srgbClr val="5B6B70"/>
              </a:solidFill>
              <a:effectLst/>
              <a:uFillTx/>
              <a:latin typeface="Calibri"/>
            </a:endParaRPr>
          </a:p>
        </p:txBody>
      </p:sp>
      <p:sp>
        <p:nvSpPr>
          <p:cNvPr id="209" name="PlaceHolder 11"/>
          <p:cNvSpPr>
            <a:spLocks noGrp="1"/>
          </p:cNvSpPr>
          <p:nvPr>
            <p:ph hasCustomPrompt="1"/>
          </p:nvPr>
        </p:nvSpPr>
        <p:spPr>
          <a:xfrm>
            <a:off x="548640" y="4023360"/>
            <a:ext cx="8046360" cy="273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spcBef>
                <a:spcPts val="201"/>
              </a:spcBef>
              <a:buNone/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5B6B70"/>
                </a:solidFill>
                <a:effectLst/>
                <a:uFillTx/>
                <a:latin typeface="Calibri"/>
                <a:ea typeface="Calibri"/>
              </a:rPr>
              <a:t>Source : …</a:t>
            </a:r>
            <a:endParaRPr lang="en-US" sz="1000" b="0" i="1" u="none" strike="noStrike">
              <a:solidFill>
                <a:srgbClr val="5B6B70"/>
              </a:solidFill>
              <a:effectLst/>
              <a:uFillTx/>
              <a:latin typeface="Calibri"/>
            </a:endParaRPr>
          </a:p>
        </p:txBody>
      </p:sp>
      <p:sp>
        <p:nvSpPr>
          <p:cNvPr id="210" name="PlaceHolder 12"/>
          <p:cNvSpPr>
            <a:spLocks noGrp="1"/>
          </p:cNvSpPr>
          <p:nvPr>
            <p:ph type="sldNum" idx="18"/>
          </p:nvPr>
        </p:nvSpPr>
        <p:spPr>
          <a:xfrm>
            <a:off x="8138160" y="4754880"/>
            <a:ext cx="45684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5B6B70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47AD72F-5EC7-4637-9F67-86F13C5F5187}" type="slidenum">
              <a:rPr lang="en-US" sz="900" b="0" u="none" strike="noStrike">
                <a:solidFill>
                  <a:srgbClr val="5B6B70"/>
                </a:solidFill>
                <a:effectLst/>
                <a:uFillTx/>
                <a:latin typeface="Calibri"/>
                <a:ea typeface="Calibri"/>
              </a:rPr>
              <a:t>&lt;numéro&gt;</a:t>
            </a:fld>
            <a:endParaRPr lang="fr-FR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title" hasCustomPrompt="1"/>
          </p:nvPr>
        </p:nvSpPr>
        <p:spPr>
          <a:xfrm>
            <a:off x="548640" y="365760"/>
            <a:ext cx="8046360" cy="548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1" u="none" strike="noStrike">
                <a:solidFill>
                  <a:srgbClr val="12343B"/>
                </a:solidFill>
                <a:effectLst/>
                <a:uFillTx/>
                <a:latin typeface="Cambria"/>
                <a:ea typeface="Cambria"/>
              </a:rPr>
              <a:t>Titre de la diapositive</a:t>
            </a:r>
            <a:endParaRPr lang="en-US" sz="2800" b="1" u="none" strike="noStrike">
              <a:solidFill>
                <a:srgbClr val="12343B"/>
              </a:solidFill>
              <a:effectLst/>
              <a:uFillTx/>
              <a:latin typeface="Cambria"/>
            </a:endParaRPr>
          </a:p>
        </p:txBody>
      </p:sp>
      <p:sp>
        <p:nvSpPr>
          <p:cNvPr id="212" name="PlaceHolder 2"/>
          <p:cNvSpPr>
            <a:spLocks noGrp="1"/>
          </p:cNvSpPr>
          <p:nvPr>
            <p:ph hasCustomPrompt="1"/>
          </p:nvPr>
        </p:nvSpPr>
        <p:spPr>
          <a:xfrm>
            <a:off x="548640" y="914400"/>
            <a:ext cx="8046360" cy="319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spcBef>
                <a:spcPts val="261"/>
              </a:spcBef>
              <a:buNone/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5B6B70"/>
                </a:solidFill>
                <a:effectLst/>
                <a:uFillTx/>
                <a:latin typeface="Calibri"/>
                <a:ea typeface="Calibri"/>
              </a:rPr>
              <a:t>Sous-titre ou message clé</a:t>
            </a:r>
            <a:endParaRPr lang="en-US" sz="1300" b="0" u="none" strike="noStrike">
              <a:solidFill>
                <a:srgbClr val="1F2A2E"/>
              </a:solidFill>
              <a:effectLst/>
              <a:uFillTx/>
              <a:latin typeface="Calibri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 hasCustomPrompt="1"/>
          </p:nvPr>
        </p:nvSpPr>
        <p:spPr>
          <a:xfrm>
            <a:off x="777240" y="1645920"/>
            <a:ext cx="3428640" cy="2742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1F2A2E"/>
                </a:solidFill>
                <a:effectLst/>
                <a:uFillTx/>
                <a:latin typeface="Calibri"/>
                <a:ea typeface="Calibri"/>
              </a:rPr>
              <a:t>Réussites</a:t>
            </a:r>
            <a:endParaRPr lang="en-US" sz="1400" b="0" u="none" strike="noStrike">
              <a:solidFill>
                <a:srgbClr val="1F2A2E"/>
              </a:solidFill>
              <a:effectLst/>
              <a:uFillTx/>
              <a:latin typeface="Calibri"/>
            </a:endParaRPr>
          </a:p>
        </p:txBody>
      </p:sp>
      <p:sp>
        <p:nvSpPr>
          <p:cNvPr id="214" name="PlaceHolder 4"/>
          <p:cNvSpPr>
            <a:spLocks noGrp="1"/>
          </p:cNvSpPr>
          <p:nvPr>
            <p:ph hasCustomPrompt="1"/>
          </p:nvPr>
        </p:nvSpPr>
        <p:spPr>
          <a:xfrm>
            <a:off x="4709160" y="1645920"/>
            <a:ext cx="3885840" cy="2742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1F2A2E"/>
                </a:solidFill>
                <a:effectLst/>
                <a:uFillTx/>
                <a:latin typeface="Calibri"/>
                <a:ea typeface="Calibri"/>
              </a:rPr>
              <a:t>Difficultés rencontrées</a:t>
            </a:r>
            <a:endParaRPr lang="en-US" sz="1400" b="0" u="none" strike="noStrike">
              <a:solidFill>
                <a:srgbClr val="1F2A2E"/>
              </a:solidFill>
              <a:effectLst/>
              <a:uFillTx/>
              <a:latin typeface="Calibri"/>
            </a:endParaRPr>
          </a:p>
        </p:txBody>
      </p:sp>
      <p:sp>
        <p:nvSpPr>
          <p:cNvPr id="215" name="PlaceHolder 5"/>
          <p:cNvSpPr>
            <a:spLocks noGrp="1"/>
          </p:cNvSpPr>
          <p:nvPr>
            <p:ph type="sldNum" idx="19"/>
          </p:nvPr>
        </p:nvSpPr>
        <p:spPr>
          <a:xfrm>
            <a:off x="8138160" y="4754880"/>
            <a:ext cx="45684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5B6B70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7CD41D8-371A-41C9-BDA4-CE07FE32822D}" type="slidenum">
              <a:rPr lang="en-US" sz="900" b="0" u="none" strike="noStrike">
                <a:solidFill>
                  <a:srgbClr val="5B6B70"/>
                </a:solidFill>
                <a:effectLst/>
                <a:uFillTx/>
                <a:latin typeface="Calibri"/>
                <a:ea typeface="Calibri"/>
              </a:rPr>
              <a:t>&lt;numéro&gt;</a:t>
            </a:fld>
            <a:endParaRPr lang="fr-FR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title" hasCustomPrompt="1"/>
          </p:nvPr>
        </p:nvSpPr>
        <p:spPr>
          <a:xfrm>
            <a:off x="548640" y="365760"/>
            <a:ext cx="8046360" cy="548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1" u="none" strike="noStrike">
                <a:solidFill>
                  <a:srgbClr val="12343B"/>
                </a:solidFill>
                <a:effectLst/>
                <a:uFillTx/>
                <a:latin typeface="Cambria"/>
                <a:ea typeface="Cambria"/>
              </a:rPr>
              <a:t>Titre de la diapositive</a:t>
            </a:r>
            <a:endParaRPr lang="en-US" sz="2800" b="1" u="none" strike="noStrike">
              <a:solidFill>
                <a:srgbClr val="12343B"/>
              </a:solidFill>
              <a:effectLst/>
              <a:uFillTx/>
              <a:latin typeface="Cambria"/>
            </a:endParaRPr>
          </a:p>
        </p:txBody>
      </p:sp>
      <p:sp>
        <p:nvSpPr>
          <p:cNvPr id="217" name="PlaceHolder 2"/>
          <p:cNvSpPr>
            <a:spLocks noGrp="1"/>
          </p:cNvSpPr>
          <p:nvPr>
            <p:ph hasCustomPrompt="1"/>
          </p:nvPr>
        </p:nvSpPr>
        <p:spPr>
          <a:xfrm>
            <a:off x="822960" y="2240280"/>
            <a:ext cx="2011320" cy="36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spcBef>
                <a:spcPts val="320"/>
              </a:spcBef>
              <a:buNone/>
              <a:tabLst>
                <a:tab pos="0" algn="l"/>
              </a:tabLst>
            </a:pPr>
            <a:r>
              <a:rPr lang="en-US" sz="1600" b="1" u="none" strike="noStrike">
                <a:solidFill>
                  <a:srgbClr val="12343B"/>
                </a:solidFill>
                <a:effectLst/>
                <a:uFillTx/>
                <a:latin typeface="Cambria"/>
                <a:ea typeface="Cambria"/>
              </a:rPr>
              <a:t>Bloc 1</a:t>
            </a:r>
            <a:endParaRPr lang="en-US" sz="1600" b="0" u="none" strike="noStrike">
              <a:solidFill>
                <a:srgbClr val="1F2A2E"/>
              </a:solidFill>
              <a:effectLst/>
              <a:uFillTx/>
              <a:latin typeface="Calibri"/>
            </a:endParaRPr>
          </a:p>
        </p:txBody>
      </p:sp>
      <p:sp>
        <p:nvSpPr>
          <p:cNvPr id="218" name="PlaceHolder 3"/>
          <p:cNvSpPr>
            <a:spLocks noGrp="1"/>
          </p:cNvSpPr>
          <p:nvPr>
            <p:ph hasCustomPrompt="1"/>
          </p:nvPr>
        </p:nvSpPr>
        <p:spPr>
          <a:xfrm>
            <a:off x="822960" y="2697480"/>
            <a:ext cx="2011320" cy="164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spcBef>
                <a:spcPts val="241"/>
              </a:spcBef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1F2A2E"/>
                </a:solidFill>
                <a:effectLst/>
                <a:uFillTx/>
                <a:latin typeface="Calibri"/>
                <a:ea typeface="Calibri"/>
              </a:rPr>
              <a:t>Texte du bloc</a:t>
            </a:r>
            <a:endParaRPr lang="en-US" sz="1200" b="0" u="none" strike="noStrike">
              <a:solidFill>
                <a:srgbClr val="1F2A2E"/>
              </a:solidFill>
              <a:effectLst/>
              <a:uFillTx/>
              <a:latin typeface="Calibri"/>
            </a:endParaRPr>
          </a:p>
        </p:txBody>
      </p:sp>
      <p:sp>
        <p:nvSpPr>
          <p:cNvPr id="219" name="PlaceHolder 4"/>
          <p:cNvSpPr>
            <a:spLocks noGrp="1"/>
          </p:cNvSpPr>
          <p:nvPr>
            <p:ph hasCustomPrompt="1"/>
          </p:nvPr>
        </p:nvSpPr>
        <p:spPr>
          <a:xfrm>
            <a:off x="3566160" y="2240280"/>
            <a:ext cx="2011320" cy="36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spcBef>
                <a:spcPts val="320"/>
              </a:spcBef>
              <a:buNone/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Bloc 2</a:t>
            </a:r>
            <a:endParaRPr lang="en-US" sz="1600" b="0" u="none" strike="noStrike">
              <a:solidFill>
                <a:srgbClr val="1F2A2E"/>
              </a:solidFill>
              <a:effectLst/>
              <a:uFillTx/>
              <a:latin typeface="Calibri"/>
            </a:endParaRPr>
          </a:p>
        </p:txBody>
      </p:sp>
      <p:sp>
        <p:nvSpPr>
          <p:cNvPr id="220" name="PlaceHolder 5"/>
          <p:cNvSpPr>
            <a:spLocks noGrp="1"/>
          </p:cNvSpPr>
          <p:nvPr>
            <p:ph hasCustomPrompt="1"/>
          </p:nvPr>
        </p:nvSpPr>
        <p:spPr>
          <a:xfrm>
            <a:off x="3566160" y="2697480"/>
            <a:ext cx="2011320" cy="164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spcBef>
                <a:spcPts val="241"/>
              </a:spcBef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Texte du bloc</a:t>
            </a:r>
            <a:endParaRPr lang="en-US" sz="1200" b="0" u="none" strike="noStrike">
              <a:solidFill>
                <a:srgbClr val="1F2A2E"/>
              </a:solidFill>
              <a:effectLst/>
              <a:uFillTx/>
              <a:latin typeface="Calibri"/>
            </a:endParaRPr>
          </a:p>
        </p:txBody>
      </p:sp>
      <p:sp>
        <p:nvSpPr>
          <p:cNvPr id="221" name="PlaceHolder 6"/>
          <p:cNvSpPr>
            <a:spLocks noGrp="1"/>
          </p:cNvSpPr>
          <p:nvPr>
            <p:ph hasCustomPrompt="1"/>
          </p:nvPr>
        </p:nvSpPr>
        <p:spPr>
          <a:xfrm>
            <a:off x="6309360" y="2240280"/>
            <a:ext cx="2011320" cy="36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spcBef>
                <a:spcPts val="320"/>
              </a:spcBef>
              <a:buNone/>
              <a:tabLst>
                <a:tab pos="0" algn="l"/>
              </a:tabLst>
            </a:pPr>
            <a:r>
              <a:rPr lang="en-US" sz="1600" b="1" u="none" strike="noStrike">
                <a:solidFill>
                  <a:srgbClr val="12343B"/>
                </a:solidFill>
                <a:effectLst/>
                <a:uFillTx/>
                <a:latin typeface="Cambria"/>
                <a:ea typeface="Cambria"/>
              </a:rPr>
              <a:t>Bloc 3</a:t>
            </a:r>
            <a:endParaRPr lang="en-US" sz="1600" b="0" u="none" strike="noStrike">
              <a:solidFill>
                <a:srgbClr val="1F2A2E"/>
              </a:solidFill>
              <a:effectLst/>
              <a:uFillTx/>
              <a:latin typeface="Calibri"/>
            </a:endParaRPr>
          </a:p>
        </p:txBody>
      </p:sp>
      <p:sp>
        <p:nvSpPr>
          <p:cNvPr id="222" name="PlaceHolder 7"/>
          <p:cNvSpPr>
            <a:spLocks noGrp="1"/>
          </p:cNvSpPr>
          <p:nvPr>
            <p:ph hasCustomPrompt="1"/>
          </p:nvPr>
        </p:nvSpPr>
        <p:spPr>
          <a:xfrm>
            <a:off x="6309360" y="2697480"/>
            <a:ext cx="2011320" cy="164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spcBef>
                <a:spcPts val="241"/>
              </a:spcBef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1F2A2E"/>
                </a:solidFill>
                <a:effectLst/>
                <a:uFillTx/>
                <a:latin typeface="Calibri"/>
                <a:ea typeface="Calibri"/>
              </a:rPr>
              <a:t>Texte du bloc</a:t>
            </a:r>
            <a:endParaRPr lang="en-US" sz="1200" b="0" u="none" strike="noStrike">
              <a:solidFill>
                <a:srgbClr val="1F2A2E"/>
              </a:solidFill>
              <a:effectLst/>
              <a:uFillTx/>
              <a:latin typeface="Calibri"/>
            </a:endParaRPr>
          </a:p>
        </p:txBody>
      </p:sp>
      <p:sp>
        <p:nvSpPr>
          <p:cNvPr id="223" name="PlaceHolder 8"/>
          <p:cNvSpPr>
            <a:spLocks noGrp="1"/>
          </p:cNvSpPr>
          <p:nvPr>
            <p:ph type="sldNum" idx="20"/>
          </p:nvPr>
        </p:nvSpPr>
        <p:spPr>
          <a:xfrm>
            <a:off x="8138160" y="4754880"/>
            <a:ext cx="45684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5B6B70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DDF86F9-79FA-4F35-8E8B-7576C2296A67}" type="slidenum">
              <a:rPr lang="en-US" sz="900" b="0" u="none" strike="noStrike">
                <a:solidFill>
                  <a:srgbClr val="5B6B70"/>
                </a:solidFill>
                <a:effectLst/>
                <a:uFillTx/>
                <a:latin typeface="Calibri"/>
                <a:ea typeface="Calibri"/>
              </a:rPr>
              <a:t>&lt;numéro&gt;</a:t>
            </a:fld>
            <a:endParaRPr lang="fr-FR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title" hasCustomPrompt="1"/>
          </p:nvPr>
        </p:nvSpPr>
        <p:spPr>
          <a:xfrm>
            <a:off x="548640" y="365760"/>
            <a:ext cx="8046360" cy="548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1" u="none" strike="noStrike">
                <a:solidFill>
                  <a:srgbClr val="12343B"/>
                </a:solidFill>
                <a:effectLst/>
                <a:uFillTx/>
                <a:latin typeface="Cambria"/>
                <a:ea typeface="Cambria"/>
              </a:rPr>
              <a:t>Titre de la diapositive</a:t>
            </a:r>
            <a:endParaRPr lang="en-US" sz="2800" b="1" u="none" strike="noStrike">
              <a:solidFill>
                <a:srgbClr val="12343B"/>
              </a:solidFill>
              <a:effectLst/>
              <a:uFillTx/>
              <a:latin typeface="Cambria"/>
            </a:endParaRPr>
          </a:p>
        </p:txBody>
      </p:sp>
      <p:sp>
        <p:nvSpPr>
          <p:cNvPr id="225" name="PlaceHolder 2"/>
          <p:cNvSpPr>
            <a:spLocks noGrp="1"/>
          </p:cNvSpPr>
          <p:nvPr>
            <p:ph hasCustomPrompt="1"/>
          </p:nvPr>
        </p:nvSpPr>
        <p:spPr>
          <a:xfrm>
            <a:off x="5760720" y="1280160"/>
            <a:ext cx="2834280" cy="3200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1F2A2E"/>
                </a:solidFill>
                <a:effectLst/>
                <a:uFillTx/>
                <a:latin typeface="Calibri"/>
                <a:ea typeface="Calibri"/>
              </a:rPr>
              <a:t>Commentaire de l’image</a:t>
            </a:r>
            <a:endParaRPr lang="en-US" sz="1400" b="0" u="none" strike="noStrike">
              <a:solidFill>
                <a:srgbClr val="1F2A2E"/>
              </a:solidFill>
              <a:effectLst/>
              <a:uFillTx/>
              <a:latin typeface="Calibri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/>
          </p:nvPr>
        </p:nvSpPr>
        <p:spPr>
          <a:xfrm>
            <a:off x="548640" y="1188720"/>
            <a:ext cx="4845960" cy="3291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spcBef>
                <a:spcPts val="281"/>
              </a:spcBef>
              <a:buNone/>
              <a:tabLst>
                <a:tab pos="0" algn="l"/>
              </a:tabLst>
            </a:pPr>
            <a:endParaRPr lang="en-US" sz="3200" b="0" u="none" strike="noStrike">
              <a:solidFill>
                <a:srgbClr val="1F2A2E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227" name="PlaceHolder 4"/>
          <p:cNvSpPr>
            <a:spLocks noGrp="1"/>
          </p:cNvSpPr>
          <p:nvPr>
            <p:ph type="sldNum" idx="21"/>
          </p:nvPr>
        </p:nvSpPr>
        <p:spPr>
          <a:xfrm>
            <a:off x="8138160" y="4754880"/>
            <a:ext cx="456840" cy="22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5B6B70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2460C12-1B6D-48ED-880D-F3A7A674473A}" type="slidenum">
              <a:rPr lang="en-US" sz="900" b="0" u="none" strike="noStrike">
                <a:solidFill>
                  <a:srgbClr val="5B6B70"/>
                </a:solidFill>
                <a:effectLst/>
                <a:uFillTx/>
                <a:latin typeface="Calibri"/>
                <a:ea typeface="Calibri"/>
              </a:rPr>
              <a:t>&lt;numéro&gt;</a:t>
            </a:fld>
            <a:endParaRPr lang="fr-FR" sz="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title" hasCustomPrompt="1"/>
          </p:nvPr>
        </p:nvSpPr>
        <p:spPr>
          <a:xfrm>
            <a:off x="548640" y="1188720"/>
            <a:ext cx="5028840" cy="1005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Merci</a:t>
            </a:r>
            <a:endParaRPr lang="en-US" sz="3600" b="1" u="none" strike="noStrike">
              <a:solidFill>
                <a:srgbClr val="FFFFFF"/>
              </a:solidFill>
              <a:effectLst/>
              <a:uFillTx/>
              <a:latin typeface="Cambria"/>
            </a:endParaRPr>
          </a:p>
        </p:txBody>
      </p:sp>
      <p:sp>
        <p:nvSpPr>
          <p:cNvPr id="229" name="PlaceHolder 2"/>
          <p:cNvSpPr>
            <a:spLocks noGrp="1"/>
          </p:cNvSpPr>
          <p:nvPr>
            <p:ph hasCustomPrompt="1"/>
          </p:nvPr>
        </p:nvSpPr>
        <p:spPr>
          <a:xfrm>
            <a:off x="548640" y="2240280"/>
            <a:ext cx="4845960" cy="36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spcBef>
                <a:spcPts val="320"/>
              </a:spcBef>
              <a:buNone/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E4F0EE"/>
                </a:solidFill>
                <a:effectLst/>
                <a:uFillTx/>
                <a:latin typeface="Calibri"/>
                <a:ea typeface="Calibri"/>
              </a:rPr>
              <a:t>Questions et échanges</a:t>
            </a:r>
            <a:endParaRPr lang="en-US" sz="1600" b="1" u="none" strike="noStrike">
              <a:solidFill>
                <a:srgbClr val="D98E04"/>
              </a:solidFill>
              <a:effectLst/>
              <a:uFillTx/>
              <a:latin typeface="Calibri"/>
            </a:endParaRPr>
          </a:p>
        </p:txBody>
      </p:sp>
      <p:sp>
        <p:nvSpPr>
          <p:cNvPr id="230" name="PlaceHolder 3"/>
          <p:cNvSpPr>
            <a:spLocks noGrp="1"/>
          </p:cNvSpPr>
          <p:nvPr>
            <p:ph hasCustomPrompt="1"/>
          </p:nvPr>
        </p:nvSpPr>
        <p:spPr>
          <a:xfrm>
            <a:off x="548640" y="3383280"/>
            <a:ext cx="4571640" cy="731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1" u="none" strike="noStrike">
                <a:solidFill>
                  <a:srgbClr val="D98E04"/>
                </a:solidFill>
                <a:effectLst/>
                <a:uFillTx/>
                <a:latin typeface="Calibri"/>
                <a:ea typeface="Calibri"/>
              </a:rPr>
              <a:t>Prochaine revue : date</a:t>
            </a:r>
            <a:endParaRPr lang="en-US" sz="1400" b="1" u="none" strike="noStrike">
              <a:solidFill>
                <a:srgbClr val="D98E04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 pitchFamily="0" charset="1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itchFamily="0" charset="1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Collabora_Office/25.04.11.3$Linux_X86_64 LibreOffice_project/fcd27e92423bc48e8424a181f54405504d3ba72b</Application>
  <AppVersion>15.0000</AppVersion>
  <Words>270</Words>
  <Paragraphs>120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2026-09-28T09:53:20Z</dcterms:created>
  <dc:creator>PptxGenJS</dc:creator>
  <dc:description/>
  <dc:language>fr-FR</dc:language>
  <cp:lastModifiedBy/>
  <dcterms:modified xsi:type="dcterms:W3CDTF">2026-09-28T14:51:10Z</dcterms:modified>
  <cp:revision>7</cp:revision>
  <dc:subject>PptxGenJS Presentation</dc:subject>
  <dc:title>Modèle Loterre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12</vt:i4>
  </property>
  <property fmtid="{D5CDD505-2E9C-101B-9397-08002B2CF9AE}" pid="3" name="PresentationFormat">
    <vt:lpwstr>Affichage à l'écran (16:9)</vt:lpwstr>
  </property>
  <property fmtid="{D5CDD505-2E9C-101B-9397-08002B2CF9AE}" pid="4" name="Slides">
    <vt:i4>12</vt:i4>
  </property>
</Properties>
</file>