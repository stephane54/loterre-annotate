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4.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embed (nous)</c:v>
                </c:pt>
              </c:strCache>
            </c:strRef>
          </c:tx>
          <c:spPr>
            <a:solidFill>
              <a:srgbClr val="D98E04"/>
            </a:solidFill>
          </c:spPr>
          <c:cat>
            <c:strRef>
              <c:f>Sheet1!$A$2:$A$3</c:f>
              <c:strCache>
                <c:ptCount val="2"/>
                <c:pt idx="0">
                  <c:v>Liste 1</c:v>
                </c:pt>
                <c:pt idx="1">
                  <c:v>Listes 1 + 2</c:v>
                </c:pt>
              </c:strCache>
            </c:strRef>
          </c:cat>
          <c:val>
            <c:numRef>
              <c:f>Sheet1!$B$2:$B$3</c:f>
              <c:numCache>
                <c:formatCode>General</c:formatCode>
                <c:ptCount val="2"/>
                <c:pt idx="0">
                  <c:v>0.532</c:v>
                </c:pt>
                <c:pt idx="1">
                  <c:v>0.432</c:v>
                </c:pt>
              </c:numCache>
            </c:numRef>
          </c:val>
        </c:ser>
        <c:ser>
          <c:idx val="1"/>
          <c:order val="1"/>
          <c:tx>
            <c:strRef>
              <c:f>Sheet1!$C$1</c:f>
              <c:strCache>
                <c:ptCount val="1"/>
                <c:pt idx="0">
                  <c:v>TermSuite 3.0.10</c:v>
                </c:pt>
              </c:strCache>
            </c:strRef>
          </c:tx>
          <c:spPr>
            <a:solidFill>
              <a:srgbClr val="9DB7B9"/>
            </a:solidFill>
          </c:spPr>
          <c:cat>
            <c:strRef>
              <c:f>Sheet1!$A$2:$A$3</c:f>
              <c:strCache>
                <c:ptCount val="2"/>
                <c:pt idx="0">
                  <c:v>Liste 1</c:v>
                </c:pt>
                <c:pt idx="1">
                  <c:v>Listes 1 + 2</c:v>
                </c:pt>
              </c:strCache>
            </c:strRef>
          </c:cat>
          <c:val>
            <c:numRef>
              <c:f>Sheet1!$C$2:$C$3</c:f>
              <c:numCache>
                <c:formatCode>General</c:formatCode>
                <c:ptCount val="2"/>
                <c:pt idx="0">
                  <c:v>0.393</c:v>
                </c:pt>
                <c:pt idx="1">
                  <c:v>0.32</c:v>
                </c:pt>
              </c:numCache>
            </c:numRef>
          </c:val>
        </c:ser>
        <c:dLbls>
          <c:numFmt formatCode="0.00" sourceLinked="0"/>
          <c:txPr>
            <a:bodyPr/>
            <a:lstStyle/>
            <a:p>
              <a:pPr>
                <a:defRPr sz="1100" b="1">
                  <a:solidFill>
                    <a:srgbClr val="1F2A2E"/>
                  </a:solidFill>
                  <a:latin typeface="Calibri"/>
                </a:defRPr>
              </a:pPr>
            </a:p>
          </c:txPr>
          <c:dLblPos val="outEnd"/>
          <c:showLegendKey val="0"/>
          <c:showVal val="1"/>
          <c:showCatName val="0"/>
          <c:showSerName val="0"/>
          <c:showPercent val="0"/>
          <c:showBubbleSize val="0"/>
          <c:showLeaderLines val="1"/>
        </c:dLbls>
        <c:gapWidth val="80"/>
        <c:overlap val="-8"/>
        <c:axId val="-2068027336"/>
        <c:axId val="-2113994440"/>
      </c:barChart>
      <c:catAx>
        <c:axId val="-2068027336"/>
        <c:scaling>
          <c:orientation val="minMax"/>
        </c:scaling>
        <c:delete val="0"/>
        <c:axPos val="b"/>
        <c:majorTickMark val="out"/>
        <c:minorTickMark val="none"/>
        <c:tickLblPos val="nextTo"/>
        <c:spPr>
          <a:ln>
            <a:solidFill>
              <a:srgbClr val="9DB7B9"/>
            </a:solidFill>
          </a:ln>
        </c:spPr>
        <c:txPr>
          <a:bodyPr/>
          <a:lstStyle/>
          <a:p>
            <a:pPr>
              <a:defRPr sz="1200">
                <a:solidFill>
                  <a:srgbClr val="1F2A2E"/>
                </a:solidFill>
                <a:latin typeface="Calibri"/>
              </a:defRPr>
            </a:pPr>
          </a:p>
        </c:txPr>
        <c:crossAx val="-2113994440"/>
        <c:crosses val="autoZero"/>
        <c:auto val="1"/>
        <c:lblAlgn val="ctr"/>
        <c:lblOffset val="100"/>
        <c:noMultiLvlLbl val="0"/>
      </c:catAx>
      <c:valAx>
        <c:axId val="-2113994440"/>
        <c:scaling>
          <c:max val="0.7"/>
          <c:min val="0.0"/>
        </c:scaling>
        <c:delete/>
        <c:axPos val="l"/>
        <c:majorTickMark val="out"/>
        <c:minorTickMark val="none"/>
        <c:tickLblPos val="nextTo"/>
        <c:crossAx val="-2068027336"/>
        <c:crosses val="autoZero"/>
      </c:valAx>
    </c:plotArea>
    <c:legend>
      <c:legendPos val="b"/>
      <c:overlay val="0"/>
      <c:txPr>
        <a:bodyPr/>
        <a:lstStyle/>
        <a:p>
          <a:pPr>
            <a:defRPr sz="1100">
              <a:solidFill>
                <a:srgbClr val="1F2A2E"/>
              </a:solidFill>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defTabSz="914400">
              <a:lnSpc>
                <a:spcPct val="98000"/>
              </a:lnSpc>
              <a:tabLst>
                <a:tab pos="0" algn="l"/>
              </a:tabLst>
            </a:pPr>
            <a:r>
              <a:rPr lang="en-US" sz="3200" b="1" u="none" strike="noStrike">
                <a:solidFill>
                  <a:srgbClr val="FFFFFF"/>
                </a:solidFill>
                <a:effectLst/>
                <a:uFillTx/>
                <a:latin typeface="Cambria"/>
              </a:rPr>
              <a:t>Cliquez pour déplacer la diapo</a:t>
            </a:r>
            <a:endParaRPr lang="en-US" sz="3200" b="1" u="none" strike="noStrike">
              <a:solidFill>
                <a:srgbClr val="FFFFFF"/>
              </a:solidFill>
              <a:effectLst/>
              <a:uFillTx/>
              <a:latin typeface="Cambria"/>
            </a:endParaRPr>
          </a:p>
        </p:txBody>
      </p:sp>
      <p:sp>
        <p:nvSpPr>
          <p:cNvPr id="14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lnSpc>
                <a:spcPct val="102000"/>
              </a:lnSpc>
              <a:buNone/>
            </a:pPr>
            <a:r>
              <a:rPr lang="fr-FR" sz="2000" b="0" u="none" strike="noStrike">
                <a:solidFill>
                  <a:srgbClr val="FFFFFF"/>
                </a:solidFill>
                <a:effectLst/>
                <a:uFillTx/>
                <a:latin typeface="Calibri"/>
              </a:rPr>
              <a:t>Cliquez pour modifier le format des notes</a:t>
            </a:r>
            <a:endParaRPr lang="fr-FR" sz="2000" b="0" u="none" strike="noStrike">
              <a:solidFill>
                <a:srgbClr val="FFFFFF"/>
              </a:solidFill>
              <a:effectLst/>
              <a:uFillTx/>
              <a:latin typeface="Calibri"/>
            </a:endParaRPr>
          </a:p>
        </p:txBody>
      </p:sp>
      <p:sp>
        <p:nvSpPr>
          <p:cNvPr id="14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lnSpc>
                <a:spcPct val="102000"/>
              </a:lnSpc>
              <a:buNone/>
            </a:pPr>
            <a:r>
              <a:rPr lang="fr-FR" sz="1400" b="0" u="none" strike="noStrike">
                <a:solidFill>
                  <a:srgbClr val="FFFFFF"/>
                </a:solidFill>
                <a:effectLst/>
                <a:uFillTx/>
                <a:latin typeface="Calibri"/>
              </a:rPr>
              <a:t>&lt;en-tête&gt;</a:t>
            </a:r>
            <a:endParaRPr lang="fr-FR" sz="1400" b="0" u="none" strike="noStrike">
              <a:solidFill>
                <a:srgbClr val="FFFFFF"/>
              </a:solidFill>
              <a:effectLst/>
              <a:uFillTx/>
              <a:latin typeface="Calibri"/>
            </a:endParaRPr>
          </a:p>
        </p:txBody>
      </p:sp>
      <p:sp>
        <p:nvSpPr>
          <p:cNvPr id="147" name="PlaceHolder 4"/>
          <p:cNvSpPr>
            <a:spLocks noGrp="1"/>
          </p:cNvSpPr>
          <p:nvPr>
            <p:ph type="dt" idx="10"/>
          </p:nvPr>
        </p:nvSpPr>
        <p:spPr>
          <a:xfrm>
            <a:off x="4278960" y="0"/>
            <a:ext cx="3280680" cy="534240"/>
          </a:xfrm>
          <a:prstGeom prst="rect">
            <a:avLst/>
          </a:prstGeom>
          <a:noFill/>
          <a:ln w="0">
            <a:noFill/>
          </a:ln>
        </p:spPr>
        <p:txBody>
          <a:bodyPr lIns="0" tIns="0" rIns="0" bIns="0" anchor="t">
            <a:noAutofit/>
          </a:bodyPr>
          <a:lstStyle>
            <a:lvl1pPr indent="0" algn="r">
              <a:lnSpc>
                <a:spcPct val="102000"/>
              </a:lnSpc>
              <a:buNone/>
              <a:defRPr lang="fr-FR" sz="1400" b="0" u="none" strike="noStrike">
                <a:solidFill>
                  <a:srgbClr val="FFFFFF"/>
                </a:solidFill>
                <a:effectLst/>
                <a:uFillTx/>
                <a:latin typeface="Calibri"/>
              </a:defRPr>
            </a:lvl1pPr>
          </a:lstStyle>
          <a:p>
            <a:pPr indent="0" algn="r">
              <a:lnSpc>
                <a:spcPct val="102000"/>
              </a:lnSpc>
              <a:buNone/>
            </a:pPr>
            <a:r>
              <a:rPr lang="fr-FR" sz="1400" b="0" u="none" strike="noStrike">
                <a:solidFill>
                  <a:srgbClr val="FFFFFF"/>
                </a:solidFill>
                <a:effectLst/>
                <a:uFillTx/>
                <a:latin typeface="Calibri"/>
              </a:rPr>
              <a:t>&lt;date/heure&gt;</a:t>
            </a:r>
            <a:endParaRPr lang="fr-FR" sz="1400" b="0" u="none" strike="noStrike">
              <a:solidFill>
                <a:srgbClr val="FFFFFF"/>
              </a:solidFill>
              <a:effectLst/>
              <a:uFillTx/>
              <a:latin typeface="Calibri"/>
            </a:endParaRPr>
          </a:p>
        </p:txBody>
      </p:sp>
      <p:sp>
        <p:nvSpPr>
          <p:cNvPr id="148" name="PlaceHolder 5"/>
          <p:cNvSpPr>
            <a:spLocks noGrp="1"/>
          </p:cNvSpPr>
          <p:nvPr>
            <p:ph type="ftr" idx="11"/>
          </p:nvPr>
        </p:nvSpPr>
        <p:spPr>
          <a:xfrm>
            <a:off x="0" y="10157400"/>
            <a:ext cx="3280680" cy="534240"/>
          </a:xfrm>
          <a:prstGeom prst="rect">
            <a:avLst/>
          </a:prstGeom>
          <a:noFill/>
          <a:ln w="0">
            <a:noFill/>
          </a:ln>
        </p:spPr>
        <p:txBody>
          <a:bodyPr lIns="0" tIns="0" rIns="0" bIns="0" anchor="b">
            <a:noAutofit/>
          </a:bodyPr>
          <a:lstStyle>
            <a:lvl1pPr indent="0" algn="l">
              <a:lnSpc>
                <a:spcPct val="102000"/>
              </a:lnSpc>
              <a:buNone/>
              <a:defRPr lang="fr-FR" sz="1400" b="0" u="none" strike="noStrike">
                <a:solidFill>
                  <a:srgbClr val="FFFFFF"/>
                </a:solidFill>
                <a:effectLst/>
                <a:uFillTx/>
                <a:latin typeface="Calibri"/>
              </a:defRPr>
            </a:lvl1pPr>
          </a:lstStyle>
          <a:p>
            <a:pPr indent="0" algn="l">
              <a:lnSpc>
                <a:spcPct val="102000"/>
              </a:lnSpc>
              <a:buNone/>
            </a:pPr>
            <a:r>
              <a:rPr lang="fr-FR" sz="1400" b="0" u="none" strike="noStrike">
                <a:solidFill>
                  <a:srgbClr val="FFFFFF"/>
                </a:solidFill>
                <a:effectLst/>
                <a:uFillTx/>
                <a:latin typeface="Calibri"/>
              </a:rPr>
              <a:t>&lt;pied de page&gt;</a:t>
            </a:r>
            <a:endParaRPr lang="fr-FR" sz="1400" b="0" u="none" strike="noStrike">
              <a:solidFill>
                <a:srgbClr val="FFFFFF"/>
              </a:solidFill>
              <a:effectLst/>
              <a:uFillTx/>
              <a:latin typeface="Calibri"/>
            </a:endParaRPr>
          </a:p>
        </p:txBody>
      </p:sp>
      <p:sp>
        <p:nvSpPr>
          <p:cNvPr id="149" name="PlaceHolder 6"/>
          <p:cNvSpPr>
            <a:spLocks noGrp="1"/>
          </p:cNvSpPr>
          <p:nvPr>
            <p:ph type="sldNum" idx="12"/>
          </p:nvPr>
        </p:nvSpPr>
        <p:spPr>
          <a:xfrm>
            <a:off x="4278960" y="10157400"/>
            <a:ext cx="3280680" cy="534240"/>
          </a:xfrm>
          <a:prstGeom prst="rect">
            <a:avLst/>
          </a:prstGeom>
          <a:noFill/>
          <a:ln w="0">
            <a:noFill/>
          </a:ln>
        </p:spPr>
        <p:txBody>
          <a:bodyPr lIns="0" tIns="0" rIns="0" bIns="0" anchor="b">
            <a:noAutofit/>
          </a:bodyPr>
          <a:lstStyle>
            <a:lvl1pPr indent="0" algn="r">
              <a:lnSpc>
                <a:spcPct val="102000"/>
              </a:lnSpc>
              <a:buNone/>
              <a:defRPr lang="fr-FR" sz="1400" b="0" u="none" strike="noStrike">
                <a:solidFill>
                  <a:srgbClr val="FFFFFF"/>
                </a:solidFill>
                <a:effectLst/>
                <a:uFillTx/>
                <a:latin typeface="Calibri"/>
              </a:defRPr>
            </a:lvl1pPr>
          </a:lstStyle>
          <a:p>
            <a:pPr indent="0" algn="r">
              <a:lnSpc>
                <a:spcPct val="102000"/>
              </a:lnSpc>
              <a:buNone/>
            </a:pPr>
            <a:fld id="{46C4E54E-1DF3-4439-BF87-D51D50AF6A29}" type="slidenum">
              <a:rPr lang="fr-FR" sz="1400" b="0" u="none" strike="noStrike">
                <a:solidFill>
                  <a:srgbClr val="FFFFFF"/>
                </a:solidFill>
                <a:effectLst/>
                <a:uFillTx/>
                <a:latin typeface="Calibri"/>
              </a:rPr>
              <a:t>&lt;numéro&gt;</a:t>
            </a:fld>
            <a:endParaRPr lang="fr-FR" sz="1400" b="0" u="none" strike="noStrike">
              <a:solidFill>
                <a:srgbClr val="FFFFFF"/>
              </a:solidFill>
              <a:effectLst/>
              <a:uFillTx/>
              <a:latin typeface="Calibri"/>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Se présenter en une phrase. Annoncer le plan : le problème, comment l'outil répond, les résultats mesurés (benchmark et cas réel), où on en est. Dix minutes, garder du temps pour les questions.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Un vocabulaire Loterre est un thésaurus vivant : le domaine évolue, de nouveaux termes apparaissent dans les publications. Aujourd'hui ce suivi se fait terme par terme, à la main. Le besoin : repérer automatiquement les candidats plausibles dans un corpus, sans casser ce qui existe déjà.</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Trois sous-commandes. annotate existait déjà (v1) : reconnaître les termes déjà dans le vocabulaire. extract_annotate, au centre, est celle de notre cas d'usage prioritaire : elle extrait des candidats ET les compare au vocabulaire cible, pour mettre à jour une ressource qui existe déjà. extract est nouveau : proposer des candidats sans aucun vocabulaire de référence — utile pour explorer un domaine à froid.</a:t>
            </a:r>
          </a:p>
          <a:p>
            <a:r>
              <a:t>Détail technique si on me le demande : annotate tourne sur un moteur 5 passes + Trie, lookup direct dans les dictionnaires JSONL générés par vocabulaire. extract choisit automatiquement son algorithme selon le volume — C-value (Frantzi 2000) sur corpus, PositionRank (Florescu 2017) sur texte court — ou se force avec --extractor. extract_annotate --extractor embed compare chaque candidat au terme le plus proche du vocabulaire cible via MiniLM multilingue (118 Mo, CPU, pas de GPU).</a:t>
            </a:r>
          </a:p>
          <a:p>
            <a:r>
              <a:t>Langues : anglais et français.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Le déroulé concret : on part d'un corpus de textes. On en extrait des expressions candidates — des groupes de mots qui ressemblent à des termes. On les compare sémantiquement au vocabulaire existant grâce à un modèle d'IA léger, qui tourne sur CPU. On obtient des listes de suggestions triées, prêtes à être relues par un curateur.</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Trois signaux indépendants produisent trois listes distinctes, jamais fusionnées en un seul score. Sémantique : le candidat ressemble à un terme déjà connu — la plus fiable, environ une suggestion sur deux juste (0.53). Structurel : profil de terme important dans le texte, même sans lien avec le vocabulaire — plus bruité, une sur quatre (0.23). Spécificité : mot rare comparé à la langue courante — le signal le plus bruité, une sur sept (0.14), désactivé par défaut, à activer volontairement. Les chiffres pondérés par les occurrences (0.85 / 0.39 / 0.27) servent à comparer des extracteurs ; ils surestiment la part de suggestions justes.</a:t>
            </a:r>
          </a:p>
          <a:p>
            <a:r>
              <a:t>Correction : les versions précédentes donnaient 0.57–0.64 pour la liste structurelle ; c'était la précision des listes 1 et 2 réunies, pas de la liste 2 seule (corrigé le 30 septembre 2026).</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Le guide de curation (docs/curation_guide.md) donne une consigne simple : traiter les listes dans l'ordre 1 puis 2 puis 3, jamais en vrac, et ne jamais comparer les scores bruts entre eux — seuls les trois statuts déjà seuillés doivent guider la décision. Liste 1 : revue rapide ; environ un candidat sur deux est juste, mais quatre sur cinq dans le quart le plus fréquent — commencer par là. Liste 2 : lecture individuelle avec le contexte obligatoire, jamais de lot, plus de bruit attendu — ce n'est pas une anomalie. Liste 3, si activée : liste exploratoire, tri manuel plus lourd, environ 1 candidat sur 7 pertinent. Un candidat absent des trois listes n'est pas une suggestion. Un terme déjà dans le vocabulaire ne demande rien.</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Pour valider objectivement, on s'est mesuré contre ACTER, un corpus public annoté à la main indépendamment de nous — 18 900 termes, français et anglais, quatre domaines. Micro-moyenne sur les 8 combinaisons domaine/langue, algorithme PositionRank, sans vocabulaire cible : F1 0.499 — notre chiffre de référence —, précision 0.556 et rappel 0.452, mesurés mot par mot dans le texte (protocole des travaux sur ACTER, qui pondère chaque terme par ses occurrences). D-Terminer, qui utilise un gros modèle de langue sur GPU, publie 0.32 à 0.50 sur ACTER : on se situe dans le haut de cette fourchette sans GPU, avec la réserve que son protocole n'a pas été reproduit à l'identique.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Comparaison avec TermSuite, l'extracteur de référence du LS2N, passé sur le même corpus ACTER avec exactement notre protocole. Ici, avec un vocabulaire cible : la moitié des termes annotés sert de vocabulaire, l'autre est à retrouver, et TermSuite a droit au même nombre de suggestions que notre liste 1. Embed vise juste : 53 % de ses suggestions sont justes, contre 39 % pour TermSuite ; et sur les listes 1 et 2 réunies, 43 % contre 32 %. Au même nombre de suggestions, embed trouve donc aussi plus de termes justes : 521 contre 385 pour la liste 1.</a:t>
            </a:r>
          </a:p>
          <a:p>
            <a:r>
              <a:t>En mesure mot par mot (pondérée par les occurrences), TermSuite a un meilleur rappel : 0.30 contre 0.13. Cela ne vient pas de termes en plus, mais de ce que ses termes couvrent plus d'occurrences dans le texte. Pour un curateur qui valide chaque suggestion, ce qui compte, c'est la part de suggestions justes.</a:t>
            </a:r>
          </a:p>
          <a:p>
            <a:r>
              <a:t>Sans vocabulaire, TermSuite dépasse PositionRank (F1 0.57 contre 0.50), grâce au rappel. Nous avons vérifié d'où venait cet avantage : TermSuite compte toutes les occurrences de chaque terme. Reproduit chez nous en option, ce comptage améliore les mesures mais n'ajoute pas de suggestions justes pour le curateur : on ne l'active pas par défaut, et on n'intègre pas TermSuite. Évaluation mot par mot (token-level), non comparable aux F1 de TermEval 2020.</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Concrètement, sur un vrai corpus de production : RevueESR, 1 539 documents, 5,5 millions de tokens après nettoyage du texte issu des PDF, sur le vocabulaire SEN (santé environnementale). Le run complet a tourné en 25 minutes, sans incident ; chaque candidat n'apparaît que dans une seule liste. 36 755 candidats, dont 243 déjà dans SEN : 36 512 nouveaux, triés en trois listes de 191, 660 et 3 509 suggestions. 250 des 429 concepts de SEN apparaissent dans le corpus. L'échantillon de la liste 3 est qualitativement cohérent avec le domaine du corpus.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Trois prochaines étapes : finaliser la release taguée officielle, traiter le point de performance sur la détection de variantes pour les très gros corpus, et le guide de curation est déjà rédigé et prêt à être utilisé.</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Merci, place aux questions.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1.png"/><Relationship Id="rId6" Type="http://schemas.openxmlformats.org/officeDocument/2006/relationships/image" Target="../media/image1.png"/><Relationship Id="rId7"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9_FICHE_ACTIO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0"/>
            <a:ext cx="36572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B6B70"/>
                </a:solidFill>
                <a:effectLst/>
                <a:uFillTx/>
                <a:latin typeface="Calibri"/>
                <a:ea typeface="Calibri"/>
              </a:rPr>
              <a:t>Service ReLM · INIST-CNRS · Revue interne</a:t>
            </a:r>
            <a:endParaRPr lang="fr-FR" sz="900" b="0" u="none" strike="noStrike">
              <a:solidFill>
                <a:srgbClr val="000000"/>
              </a:solidFill>
              <a:effectLst/>
              <a:uFillTx/>
              <a:latin typeface="Calibri"/>
            </a:endParaRPr>
          </a:p>
        </p:txBody>
      </p:sp>
      <p:sp>
        <p:nvSpPr>
          <p:cNvPr id="3" name="PlaceHolder 1"/>
          <p:cNvSpPr>
            <a:spLocks noGrp="1"/>
          </p:cNvSpPr>
          <p:nvPr>
            <p:ph type="title" hasCustomPrompt="1"/>
          </p:nvPr>
        </p:nvSpPr>
        <p:spPr>
          <a:xfrm>
            <a:off x="548640" y="365760"/>
            <a:ext cx="8046360" cy="5482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2800" b="1" u="none" strike="noStrike">
                <a:solidFill>
                  <a:srgbClr val="12343B"/>
                </a:solidFill>
                <a:effectLst/>
                <a:uFillTx/>
                <a:latin typeface="Cambria"/>
                <a:ea typeface="Cambria"/>
              </a:defRPr>
            </a:lvl1pPr>
          </a:lstStyle>
          <a:p>
            <a:pPr indent="0" algn="l" defTabSz="914400">
              <a:lnSpc>
                <a:spcPct val="100000"/>
              </a:lnSpc>
              <a:buNone/>
              <a:tabLst>
                <a:tab pos="0" algn="l"/>
              </a:tabLst>
            </a:pPr>
            <a:r>
              <a:rPr lang="en-US" sz="2800" b="1" u="none" strike="noStrike">
                <a:solidFill>
                  <a:srgbClr val="12343B"/>
                </a:solidFill>
                <a:effectLst/>
                <a:uFillTx/>
                <a:latin typeface="Cambria"/>
                <a:ea typeface="Cambria"/>
              </a:rPr>
              <a:t>Nom de l’action</a:t>
            </a:r>
            <a:endParaRPr lang="en-US" sz="2800" b="1" u="none" strike="noStrike">
              <a:solidFill>
                <a:srgbClr val="12343B"/>
              </a:solidFill>
              <a:effectLst/>
              <a:uFillTx/>
              <a:latin typeface="Cambria"/>
            </a:endParaRPr>
          </a:p>
        </p:txBody>
      </p:sp>
      <p:sp>
        <p:nvSpPr>
          <p:cNvPr id="4" name="Shape 1"/>
          <p:cNvSpPr/>
          <p:nvPr/>
        </p:nvSpPr>
        <p:spPr>
          <a:xfrm>
            <a:off x="548640" y="1188720"/>
            <a:ext cx="3291480" cy="333720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sp>
        <p:nvSpPr>
          <p:cNvPr id="5" name="Text 2"/>
          <p:cNvSpPr/>
          <p:nvPr/>
        </p:nvSpPr>
        <p:spPr>
          <a:xfrm>
            <a:off x="777240" y="1371600"/>
            <a:ext cx="283428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pc="99" strike="noStrike">
                <a:solidFill>
                  <a:srgbClr val="2F7F86"/>
                </a:solidFill>
                <a:effectLst/>
                <a:uFillTx/>
                <a:latin typeface="Calibri"/>
                <a:ea typeface="Calibri"/>
              </a:rPr>
              <a:t>OBJECTIF</a:t>
            </a:r>
            <a:endParaRPr lang="fr-FR" sz="900" b="0" u="none" strike="noStrike">
              <a:solidFill>
                <a:srgbClr val="000000"/>
              </a:solidFill>
              <a:effectLst/>
              <a:uFillTx/>
              <a:latin typeface="Calibri"/>
            </a:endParaRPr>
          </a:p>
        </p:txBody>
      </p:sp>
      <p:sp>
        <p:nvSpPr>
          <p:cNvPr id="6" name="Text 3"/>
          <p:cNvSpPr/>
          <p:nvPr/>
        </p:nvSpPr>
        <p:spPr>
          <a:xfrm>
            <a:off x="777240" y="2148840"/>
            <a:ext cx="283428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pc="99" strike="noStrike">
                <a:solidFill>
                  <a:srgbClr val="2F7F86"/>
                </a:solidFill>
                <a:effectLst/>
                <a:uFillTx/>
                <a:latin typeface="Calibri"/>
                <a:ea typeface="Calibri"/>
              </a:rPr>
              <a:t>RESPONSABLE</a:t>
            </a:r>
            <a:endParaRPr lang="fr-FR" sz="900" b="0" u="none" strike="noStrike">
              <a:solidFill>
                <a:srgbClr val="000000"/>
              </a:solidFill>
              <a:effectLst/>
              <a:uFillTx/>
              <a:latin typeface="Calibri"/>
            </a:endParaRPr>
          </a:p>
        </p:txBody>
      </p:sp>
      <p:sp>
        <p:nvSpPr>
          <p:cNvPr id="7" name="Text 4"/>
          <p:cNvSpPr/>
          <p:nvPr/>
        </p:nvSpPr>
        <p:spPr>
          <a:xfrm>
            <a:off x="777240" y="2926080"/>
            <a:ext cx="283428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pc="99" strike="noStrike">
                <a:solidFill>
                  <a:srgbClr val="2F7F86"/>
                </a:solidFill>
                <a:effectLst/>
                <a:uFillTx/>
                <a:latin typeface="Calibri"/>
                <a:ea typeface="Calibri"/>
              </a:rPr>
              <a:t>ÉCHÉANCE</a:t>
            </a:r>
            <a:endParaRPr lang="fr-FR" sz="900" b="0" u="none" strike="noStrike">
              <a:solidFill>
                <a:srgbClr val="000000"/>
              </a:solidFill>
              <a:effectLst/>
              <a:uFillTx/>
              <a:latin typeface="Calibri"/>
            </a:endParaRPr>
          </a:p>
        </p:txBody>
      </p:sp>
      <p:sp>
        <p:nvSpPr>
          <p:cNvPr id="8" name="Text 5"/>
          <p:cNvSpPr/>
          <p:nvPr/>
        </p:nvSpPr>
        <p:spPr>
          <a:xfrm>
            <a:off x="777240" y="3703320"/>
            <a:ext cx="283428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pc="99" strike="noStrike">
                <a:solidFill>
                  <a:srgbClr val="2F7F86"/>
                </a:solidFill>
                <a:effectLst/>
                <a:uFillTx/>
                <a:latin typeface="Calibri"/>
                <a:ea typeface="Calibri"/>
              </a:rPr>
              <a:t>STATUT</a:t>
            </a:r>
            <a:endParaRPr lang="fr-FR" sz="900" b="0" u="none" strike="noStrike">
              <a:solidFill>
                <a:srgbClr val="000000"/>
              </a:solidFill>
              <a:effectLst/>
              <a:uFillTx/>
              <a:latin typeface="Calibri"/>
            </a:endParaRPr>
          </a:p>
        </p:txBody>
      </p:sp>
      <p:sp>
        <p:nvSpPr>
          <p:cNvPr id="9" name="PlaceHolder 2"/>
          <p:cNvSpPr>
            <a:spLocks noGrp="1"/>
          </p:cNvSpPr>
          <p:nvPr>
            <p:ph type="body" hasCustomPrompt="1"/>
          </p:nvPr>
        </p:nvSpPr>
        <p:spPr>
          <a:xfrm>
            <a:off x="777240" y="1600200"/>
            <a:ext cx="2834280" cy="456840"/>
          </a:xfrm>
          <a:prstGeom prst="rect">
            <a:avLst/>
          </a:prstGeom>
          <a:noFill/>
          <a:ln w="0">
            <a:noFill/>
          </a:ln>
        </p:spPr>
        <p:txBody>
          <a:bodyPr lIns="90000" tIns="45000" rIns="90000" bIns="45000" anchor="t">
            <a:noAutofit/>
          </a:bodyPr>
          <a:lstStyle>
            <a:lvl1pPr indent="0" algn="l" defTabSz="914400">
              <a:lnSpc>
                <a:spcPct val="100000"/>
              </a:lnSpc>
              <a:spcBef>
                <a:spcPts val="241"/>
              </a:spcBef>
              <a:buNone/>
              <a:tabLst>
                <a:tab pos="0" algn="l"/>
              </a:tabLst>
              <a:defRPr lang="en-US" sz="1200" b="0" u="none" strike="noStrike">
                <a:solidFill>
                  <a:srgbClr val="1F2A2E"/>
                </a:solidFill>
                <a:effectLst/>
                <a:uFillTx/>
                <a:latin typeface="Calibri"/>
                <a:ea typeface="Calibri"/>
              </a:defRPr>
            </a:lvl1pPr>
          </a:lstStyle>
          <a:p>
            <a:pPr indent="0" algn="l" defTabSz="914400">
              <a:lnSpc>
                <a:spcPct val="100000"/>
              </a:lnSpc>
              <a:spcBef>
                <a:spcPts val="241"/>
              </a:spcBef>
              <a:buNone/>
              <a:tabLst>
                <a:tab pos="0" algn="l"/>
              </a:tabLst>
            </a:pPr>
            <a:r>
              <a:rPr lang="en-US" sz="1200" b="0" u="none" strike="noStrike">
                <a:solidFill>
                  <a:srgbClr val="1F2A2E"/>
                </a:solidFill>
                <a:effectLst/>
                <a:uFillTx/>
                <a:latin typeface="Calibri"/>
                <a:ea typeface="Calibri"/>
              </a:rPr>
              <a:t>…</a:t>
            </a:r>
            <a:endParaRPr lang="en-US" sz="1200" b="0" u="none" strike="noStrike">
              <a:solidFill>
                <a:srgbClr val="1F2A2E"/>
              </a:solidFill>
              <a:effectLst/>
              <a:uFillTx/>
              <a:latin typeface="Calibri"/>
            </a:endParaRPr>
          </a:p>
        </p:txBody>
      </p:sp>
      <p:sp>
        <p:nvSpPr>
          <p:cNvPr id="10" name="PlaceHolder 3"/>
          <p:cNvSpPr>
            <a:spLocks noGrp="1"/>
          </p:cNvSpPr>
          <p:nvPr>
            <p:ph type="body" hasCustomPrompt="1"/>
          </p:nvPr>
        </p:nvSpPr>
        <p:spPr>
          <a:xfrm>
            <a:off x="777240" y="2377440"/>
            <a:ext cx="2834280" cy="456840"/>
          </a:xfrm>
          <a:prstGeom prst="rect">
            <a:avLst/>
          </a:prstGeom>
          <a:noFill/>
          <a:ln w="0">
            <a:noFill/>
          </a:ln>
        </p:spPr>
        <p:txBody>
          <a:bodyPr lIns="90000" tIns="45000" rIns="90000" bIns="45000" anchor="t">
            <a:noAutofit/>
          </a:bodyPr>
          <a:lstStyle>
            <a:lvl1pPr indent="0" algn="l" defTabSz="914400">
              <a:lnSpc>
                <a:spcPct val="100000"/>
              </a:lnSpc>
              <a:spcBef>
                <a:spcPts val="241"/>
              </a:spcBef>
              <a:buNone/>
              <a:tabLst>
                <a:tab pos="0" algn="l"/>
              </a:tabLst>
              <a:defRPr lang="en-US" sz="1200" b="0" u="none" strike="noStrike">
                <a:solidFill>
                  <a:srgbClr val="1F2A2E"/>
                </a:solidFill>
                <a:effectLst/>
                <a:uFillTx/>
                <a:latin typeface="Calibri"/>
                <a:ea typeface="Calibri"/>
              </a:defRPr>
            </a:lvl1pPr>
          </a:lstStyle>
          <a:p>
            <a:pPr indent="0" algn="l" defTabSz="914400">
              <a:lnSpc>
                <a:spcPct val="100000"/>
              </a:lnSpc>
              <a:spcBef>
                <a:spcPts val="241"/>
              </a:spcBef>
              <a:buNone/>
              <a:tabLst>
                <a:tab pos="0" algn="l"/>
              </a:tabLst>
            </a:pPr>
            <a:r>
              <a:rPr lang="en-US" sz="1200" b="0" u="none" strike="noStrike">
                <a:solidFill>
                  <a:srgbClr val="1F2A2E"/>
                </a:solidFill>
                <a:effectLst/>
                <a:uFillTx/>
                <a:latin typeface="Calibri"/>
                <a:ea typeface="Calibri"/>
              </a:rPr>
              <a:t>…</a:t>
            </a:r>
            <a:endParaRPr lang="en-US" sz="1200" b="0" u="none" strike="noStrike">
              <a:solidFill>
                <a:srgbClr val="1F2A2E"/>
              </a:solidFill>
              <a:effectLst/>
              <a:uFillTx/>
              <a:latin typeface="Calibri"/>
            </a:endParaRPr>
          </a:p>
        </p:txBody>
      </p:sp>
      <p:sp>
        <p:nvSpPr>
          <p:cNvPr id="11" name="PlaceHolder 4"/>
          <p:cNvSpPr>
            <a:spLocks noGrp="1"/>
          </p:cNvSpPr>
          <p:nvPr>
            <p:ph type="body" hasCustomPrompt="1"/>
          </p:nvPr>
        </p:nvSpPr>
        <p:spPr>
          <a:xfrm>
            <a:off x="777240" y="3154680"/>
            <a:ext cx="2834280" cy="456840"/>
          </a:xfrm>
          <a:prstGeom prst="rect">
            <a:avLst/>
          </a:prstGeom>
          <a:noFill/>
          <a:ln w="0">
            <a:noFill/>
          </a:ln>
        </p:spPr>
        <p:txBody>
          <a:bodyPr lIns="90000" tIns="45000" rIns="90000" bIns="45000" anchor="t">
            <a:noAutofit/>
          </a:bodyPr>
          <a:lstStyle>
            <a:lvl1pPr indent="0" algn="l" defTabSz="914400">
              <a:lnSpc>
                <a:spcPct val="100000"/>
              </a:lnSpc>
              <a:spcBef>
                <a:spcPts val="241"/>
              </a:spcBef>
              <a:buNone/>
              <a:tabLst>
                <a:tab pos="0" algn="l"/>
              </a:tabLst>
              <a:defRPr lang="en-US" sz="1200" b="0" u="none" strike="noStrike">
                <a:solidFill>
                  <a:srgbClr val="1F2A2E"/>
                </a:solidFill>
                <a:effectLst/>
                <a:uFillTx/>
                <a:latin typeface="Calibri"/>
                <a:ea typeface="Calibri"/>
              </a:defRPr>
            </a:lvl1pPr>
          </a:lstStyle>
          <a:p>
            <a:pPr indent="0" algn="l" defTabSz="914400">
              <a:lnSpc>
                <a:spcPct val="100000"/>
              </a:lnSpc>
              <a:spcBef>
                <a:spcPts val="241"/>
              </a:spcBef>
              <a:buNone/>
              <a:tabLst>
                <a:tab pos="0" algn="l"/>
              </a:tabLst>
            </a:pPr>
            <a:r>
              <a:rPr lang="en-US" sz="1200" b="0" u="none" strike="noStrike">
                <a:solidFill>
                  <a:srgbClr val="1F2A2E"/>
                </a:solidFill>
                <a:effectLst/>
                <a:uFillTx/>
                <a:latin typeface="Calibri"/>
                <a:ea typeface="Calibri"/>
              </a:rPr>
              <a:t>…</a:t>
            </a:r>
            <a:endParaRPr lang="en-US" sz="1200" b="0" u="none" strike="noStrike">
              <a:solidFill>
                <a:srgbClr val="1F2A2E"/>
              </a:solidFill>
              <a:effectLst/>
              <a:uFillTx/>
              <a:latin typeface="Calibri"/>
            </a:endParaRPr>
          </a:p>
        </p:txBody>
      </p:sp>
      <p:sp>
        <p:nvSpPr>
          <p:cNvPr id="12" name="PlaceHolder 5"/>
          <p:cNvSpPr>
            <a:spLocks noGrp="1"/>
          </p:cNvSpPr>
          <p:nvPr>
            <p:ph type="body" hasCustomPrompt="1"/>
          </p:nvPr>
        </p:nvSpPr>
        <p:spPr>
          <a:xfrm>
            <a:off x="777240" y="3931920"/>
            <a:ext cx="2834280" cy="456840"/>
          </a:xfrm>
          <a:prstGeom prst="rect">
            <a:avLst/>
          </a:prstGeom>
          <a:noFill/>
          <a:ln w="0">
            <a:noFill/>
          </a:ln>
        </p:spPr>
        <p:txBody>
          <a:bodyPr lIns="90000" tIns="45000" rIns="90000" bIns="45000" anchor="t">
            <a:noAutofit/>
          </a:bodyPr>
          <a:lstStyle>
            <a:lvl1pPr indent="0" algn="l" defTabSz="914400">
              <a:lnSpc>
                <a:spcPct val="100000"/>
              </a:lnSpc>
              <a:spcBef>
                <a:spcPts val="241"/>
              </a:spcBef>
              <a:buNone/>
              <a:tabLst>
                <a:tab pos="0" algn="l"/>
              </a:tabLst>
              <a:defRPr lang="en-US" sz="1200" b="1" u="none" strike="noStrike">
                <a:solidFill>
                  <a:srgbClr val="D98E04"/>
                </a:solidFill>
                <a:effectLst/>
                <a:uFillTx/>
                <a:latin typeface="Calibri"/>
                <a:ea typeface="Calibri"/>
              </a:defRPr>
            </a:lvl1pPr>
          </a:lstStyle>
          <a:p>
            <a:pPr indent="0" algn="l" defTabSz="914400">
              <a:lnSpc>
                <a:spcPct val="100000"/>
              </a:lnSpc>
              <a:spcBef>
                <a:spcPts val="241"/>
              </a:spcBef>
              <a:buNone/>
              <a:tabLst>
                <a:tab pos="0" algn="l"/>
              </a:tabLst>
            </a:pPr>
            <a:r>
              <a:rPr lang="en-US" sz="1200" b="1" u="none" strike="noStrike">
                <a:solidFill>
                  <a:srgbClr val="D98E04"/>
                </a:solidFill>
                <a:effectLst/>
                <a:uFillTx/>
                <a:latin typeface="Calibri"/>
                <a:ea typeface="Calibri"/>
              </a:rPr>
              <a:t>…</a:t>
            </a:r>
            <a:endParaRPr lang="en-US" sz="1200" b="0" u="none" strike="noStrike">
              <a:solidFill>
                <a:srgbClr val="1F2A2E"/>
              </a:solidFill>
              <a:effectLst/>
              <a:uFillTx/>
              <a:latin typeface="Calibri"/>
            </a:endParaRPr>
          </a:p>
        </p:txBody>
      </p:sp>
      <p:sp>
        <p:nvSpPr>
          <p:cNvPr id="13" name="Text 6"/>
          <p:cNvSpPr/>
          <p:nvPr/>
        </p:nvSpPr>
        <p:spPr>
          <a:xfrm>
            <a:off x="4206240" y="1234440"/>
            <a:ext cx="4388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2343B"/>
                </a:solidFill>
                <a:effectLst/>
                <a:uFillTx/>
                <a:latin typeface="Cambria"/>
                <a:ea typeface="Cambria"/>
              </a:rPr>
              <a:t>Réalisations</a:t>
            </a:r>
            <a:endParaRPr lang="fr-FR" sz="1600" b="0" u="none" strike="noStrike">
              <a:solidFill>
                <a:srgbClr val="000000"/>
              </a:solidFill>
              <a:effectLst/>
              <a:uFillTx/>
              <a:latin typeface="Calibri"/>
            </a:endParaRPr>
          </a:p>
        </p:txBody>
      </p:sp>
      <p:sp>
        <p:nvSpPr>
          <p:cNvPr id="14" name="PlaceHolder 6"/>
          <p:cNvSpPr>
            <a:spLocks noGrp="1"/>
          </p:cNvSpPr>
          <p:nvPr>
            <p:ph type="body" hasCustomPrompt="1"/>
          </p:nvPr>
        </p:nvSpPr>
        <p:spPr>
          <a:xfrm>
            <a:off x="4206240" y="1600200"/>
            <a:ext cx="4388760" cy="1234080"/>
          </a:xfrm>
          <a:prstGeom prst="rect">
            <a:avLst/>
          </a:prstGeom>
          <a:noFill/>
          <a:ln w="0">
            <a:noFill/>
          </a:ln>
        </p:spPr>
        <p:txBody>
          <a:bodyPr lIns="90000" tIns="45000" rIns="90000" bIns="45000" anchor="t">
            <a:noAutofit/>
          </a:bodyPr>
          <a:lstStyle>
            <a:lvl1pPr indent="0" algn="l" defTabSz="914400">
              <a:lnSpc>
                <a:spcPct val="100000"/>
              </a:lnSpc>
              <a:spcBef>
                <a:spcPts val="261"/>
              </a:spcBef>
              <a:buNone/>
              <a:tabLst>
                <a:tab pos="0" algn="l"/>
              </a:tabLst>
              <a:defRPr lang="en-US" sz="1300" b="0" u="none" strike="noStrike">
                <a:solidFill>
                  <a:srgbClr val="1F2A2E"/>
                </a:solidFill>
                <a:effectLst/>
                <a:uFillTx/>
                <a:latin typeface="Calibri"/>
                <a:ea typeface="Calibri"/>
              </a:defRPr>
            </a:lvl1pPr>
          </a:lstStyle>
          <a:p>
            <a:pPr indent="0" algn="l" defTabSz="914400">
              <a:lnSpc>
                <a:spcPct val="100000"/>
              </a:lnSpc>
              <a:spcBef>
                <a:spcPts val="261"/>
              </a:spcBef>
              <a:buNone/>
              <a:tabLst>
                <a:tab pos="0" algn="l"/>
              </a:tabLst>
            </a:pPr>
            <a:r>
              <a:rPr lang="en-US" sz="1300" b="0" u="none" strike="noStrike">
                <a:solidFill>
                  <a:srgbClr val="1F2A2E"/>
                </a:solidFill>
                <a:effectLst/>
                <a:uFillTx/>
                <a:latin typeface="Calibri"/>
                <a:ea typeface="Calibri"/>
              </a:rPr>
              <a:t>Ce qui a été fait</a:t>
            </a:r>
            <a:endParaRPr lang="en-US" sz="1300" b="0" u="none" strike="noStrike">
              <a:solidFill>
                <a:srgbClr val="1F2A2E"/>
              </a:solidFill>
              <a:effectLst/>
              <a:uFillTx/>
              <a:latin typeface="Calibri"/>
            </a:endParaRPr>
          </a:p>
        </p:txBody>
      </p:sp>
      <p:sp>
        <p:nvSpPr>
          <p:cNvPr id="15" name="Text 7"/>
          <p:cNvSpPr/>
          <p:nvPr/>
        </p:nvSpPr>
        <p:spPr>
          <a:xfrm>
            <a:off x="4206240" y="2926080"/>
            <a:ext cx="4388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2343B"/>
                </a:solidFill>
                <a:effectLst/>
                <a:uFillTx/>
                <a:latin typeface="Cambria"/>
                <a:ea typeface="Cambria"/>
              </a:rPr>
              <a:t>Points d’attention et prochaines étapes</a:t>
            </a:r>
            <a:endParaRPr lang="fr-FR" sz="1600" b="0" u="none" strike="noStrike">
              <a:solidFill>
                <a:srgbClr val="000000"/>
              </a:solidFill>
              <a:effectLst/>
              <a:uFillTx/>
              <a:latin typeface="Calibri"/>
            </a:endParaRPr>
          </a:p>
        </p:txBody>
      </p:sp>
      <p:sp>
        <p:nvSpPr>
          <p:cNvPr id="16" name="PlaceHolder 7"/>
          <p:cNvSpPr>
            <a:spLocks noGrp="1"/>
          </p:cNvSpPr>
          <p:nvPr>
            <p:ph type="body" hasCustomPrompt="1"/>
          </p:nvPr>
        </p:nvSpPr>
        <p:spPr>
          <a:xfrm>
            <a:off x="4206240" y="3291840"/>
            <a:ext cx="4388760" cy="1234080"/>
          </a:xfrm>
          <a:prstGeom prst="rect">
            <a:avLst/>
          </a:prstGeom>
          <a:noFill/>
          <a:ln w="0">
            <a:noFill/>
          </a:ln>
        </p:spPr>
        <p:txBody>
          <a:bodyPr lIns="90000" tIns="45000" rIns="90000" bIns="45000" anchor="t">
            <a:noAutofit/>
          </a:bodyPr>
          <a:lstStyle>
            <a:lvl1pPr indent="0" algn="l" defTabSz="914400">
              <a:lnSpc>
                <a:spcPct val="100000"/>
              </a:lnSpc>
              <a:spcBef>
                <a:spcPts val="261"/>
              </a:spcBef>
              <a:buNone/>
              <a:tabLst>
                <a:tab pos="0" algn="l"/>
              </a:tabLst>
              <a:defRPr lang="en-US" sz="1300" b="0" u="none" strike="noStrike">
                <a:solidFill>
                  <a:srgbClr val="1F2A2E"/>
                </a:solidFill>
                <a:effectLst/>
                <a:uFillTx/>
                <a:latin typeface="Calibri"/>
                <a:ea typeface="Calibri"/>
              </a:defRPr>
            </a:lvl1pPr>
          </a:lstStyle>
          <a:p>
            <a:pPr indent="0" algn="l" defTabSz="914400">
              <a:lnSpc>
                <a:spcPct val="100000"/>
              </a:lnSpc>
              <a:spcBef>
                <a:spcPts val="261"/>
              </a:spcBef>
              <a:buNone/>
              <a:tabLst>
                <a:tab pos="0" algn="l"/>
              </a:tabLst>
            </a:pPr>
            <a:r>
              <a:rPr lang="en-US" sz="1300" b="0" u="none" strike="noStrike">
                <a:solidFill>
                  <a:srgbClr val="1F2A2E"/>
                </a:solidFill>
                <a:effectLst/>
                <a:uFillTx/>
                <a:latin typeface="Calibri"/>
                <a:ea typeface="Calibri"/>
              </a:rPr>
              <a:t>Ce qui reste à faire</a:t>
            </a:r>
            <a:endParaRPr lang="en-US" sz="1300" b="0" u="none" strike="noStrike">
              <a:solidFill>
                <a:srgbClr val="1F2A2E"/>
              </a:solidFill>
              <a:effectLst/>
              <a:uFillTx/>
              <a:latin typeface="Calibri"/>
            </a:endParaRPr>
          </a:p>
        </p:txBody>
      </p:sp>
      <p:sp>
        <p:nvSpPr>
          <p:cNvPr id="17" name="PlaceHolder 8"/>
          <p:cNvSpPr>
            <a:spLocks noGrp="1"/>
          </p:cNvSpPr>
          <p:nvPr>
            <p:ph type="sldNum" idx="1"/>
          </p:nvPr>
        </p:nvSpPr>
        <p:spPr>
          <a:xfrm>
            <a:off x="8138160" y="4754880"/>
            <a:ext cx="456840" cy="228240"/>
          </a:xfrm>
          <a:prstGeom prst="rect">
            <a:avLst/>
          </a:prstGeom>
          <a:noFill/>
          <a:ln w="0">
            <a:noFill/>
          </a:ln>
        </p:spPr>
        <p:txBody>
          <a:bodyPr lIns="0" tIns="0" rIns="0" bIns="0" anchor="t">
            <a:noAutofit/>
          </a:bodyPr>
          <a:lstStyle>
            <a:lvl1pPr indent="0" algn="r" defTabSz="914400">
              <a:lnSpc>
                <a:spcPct val="100000"/>
              </a:lnSpc>
              <a:buNone/>
              <a:defRPr lang="en-US" sz="900" b="0" u="none" strike="noStrike">
                <a:solidFill>
                  <a:srgbClr val="5B6B70"/>
                </a:solidFill>
                <a:effectLst/>
                <a:uFillTx/>
                <a:latin typeface="Calibri"/>
                <a:ea typeface="Calibri"/>
              </a:defRPr>
            </a:lvl1pPr>
          </a:lstStyle>
          <a:p>
            <a:pPr indent="0" algn="r" defTabSz="914400">
              <a:lnSpc>
                <a:spcPct val="100000"/>
              </a:lnSpc>
              <a:buNone/>
            </a:pPr>
            <a:fld id="{60CE8B65-08E3-4B9F-8BAD-20A1463BB20E}" type="slidenum">
              <a:rPr lang="en-US" sz="900" b="0" u="none" strike="noStrike">
                <a:solidFill>
                  <a:srgbClr val="5B6B70"/>
                </a:solidFill>
                <a:effectLst/>
                <a:uFillTx/>
                <a:latin typeface="Calibri"/>
                <a:ea typeface="Calibri"/>
              </a:rPr>
              <a:t>&lt;numéro&gt;</a:t>
            </a:fld>
            <a:endParaRPr lang="fr-FR" sz="900" b="0" u="none" strike="noStrike">
              <a:solidFill>
                <a:srgbClr val="000000"/>
              </a:solidFill>
              <a:effectLst/>
              <a:uFillTx/>
              <a:latin typeface="Calibri"/>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0_TABLEAU_SUIVI">
    <p:bg>
      <p:bgPr>
        <a:solidFill>
          <a:srgbClr val="FFFFFF"/>
        </a:solidFill>
      </p:bgPr>
    </p:bg>
    <p:spTree>
      <p:nvGrpSpPr>
        <p:cNvPr id="1" name=""/>
        <p:cNvGrpSpPr/>
        <p:nvPr/>
      </p:nvGrpSpPr>
      <p:grpSpPr>
        <a:xfrm>
          <a:off x="0" y="0"/>
          <a:ext cx="0" cy="0"/>
          <a:chOff x="0" y="0"/>
          <a:chExt cx="0" cy="0"/>
        </a:xfrm>
      </p:grpSpPr>
      <p:sp>
        <p:nvSpPr>
          <p:cNvPr id="18" name="Text 0"/>
          <p:cNvSpPr/>
          <p:nvPr/>
        </p:nvSpPr>
        <p:spPr>
          <a:xfrm>
            <a:off x="548640" y="4754880"/>
            <a:ext cx="36572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B6B70"/>
                </a:solidFill>
                <a:effectLst/>
                <a:uFillTx/>
                <a:latin typeface="Calibri"/>
                <a:ea typeface="Calibri"/>
              </a:rPr>
              <a:t>Service ReLM · INIST-CNRS · Revue interne</a:t>
            </a:r>
            <a:endParaRPr lang="fr-FR" sz="900" b="0" u="none" strike="noStrike">
              <a:solidFill>
                <a:srgbClr val="000000"/>
              </a:solidFill>
              <a:effectLst/>
              <a:uFillTx/>
              <a:latin typeface="Calibri"/>
            </a:endParaRPr>
          </a:p>
        </p:txBody>
      </p:sp>
      <p:sp>
        <p:nvSpPr>
          <p:cNvPr id="19" name="PlaceHolder 1"/>
          <p:cNvSpPr>
            <a:spLocks noGrp="1"/>
          </p:cNvSpPr>
          <p:nvPr>
            <p:ph type="title" hasCustomPrompt="1"/>
          </p:nvPr>
        </p:nvSpPr>
        <p:spPr>
          <a:xfrm>
            <a:off x="548640" y="365760"/>
            <a:ext cx="8046360" cy="5482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2800" b="1" u="none" strike="noStrike">
                <a:solidFill>
                  <a:srgbClr val="12343B"/>
                </a:solidFill>
                <a:effectLst/>
                <a:uFillTx/>
                <a:latin typeface="Cambria"/>
                <a:ea typeface="Cambria"/>
              </a:defRPr>
            </a:lvl1pPr>
          </a:lstStyle>
          <a:p>
            <a:pPr indent="0" algn="l" defTabSz="914400">
              <a:lnSpc>
                <a:spcPct val="100000"/>
              </a:lnSpc>
              <a:buNone/>
              <a:tabLst>
                <a:tab pos="0" algn="l"/>
              </a:tabLst>
            </a:pPr>
            <a:r>
              <a:rPr lang="en-US" sz="2800" b="1" u="none" strike="noStrike">
                <a:solidFill>
                  <a:srgbClr val="12343B"/>
                </a:solidFill>
                <a:effectLst/>
                <a:uFillTx/>
                <a:latin typeface="Cambria"/>
                <a:ea typeface="Cambria"/>
              </a:rPr>
              <a:t>Titre de la diapositive</a:t>
            </a:r>
            <a:endParaRPr lang="en-US" sz="2800" b="1" u="none" strike="noStrike">
              <a:solidFill>
                <a:srgbClr val="12343B"/>
              </a:solidFill>
              <a:effectLst/>
              <a:uFillTx/>
              <a:latin typeface="Cambria"/>
            </a:endParaRPr>
          </a:p>
        </p:txBody>
      </p:sp>
      <p:sp>
        <p:nvSpPr>
          <p:cNvPr id="20" name="PlaceHolder 2"/>
          <p:cNvSpPr>
            <a:spLocks noGrp="1"/>
          </p:cNvSpPr>
          <p:nvPr>
            <p:ph type="body" hasCustomPrompt="1"/>
          </p:nvPr>
        </p:nvSpPr>
        <p:spPr>
          <a:xfrm>
            <a:off x="548640" y="914400"/>
            <a:ext cx="8046360" cy="319680"/>
          </a:xfrm>
          <a:prstGeom prst="rect">
            <a:avLst/>
          </a:prstGeom>
          <a:noFill/>
          <a:ln w="0">
            <a:noFill/>
          </a:ln>
        </p:spPr>
        <p:txBody>
          <a:bodyPr lIns="90000" tIns="45000" rIns="90000" bIns="45000" anchor="t">
            <a:noAutofit/>
          </a:bodyPr>
          <a:lstStyle>
            <a:lvl1pPr indent="0" algn="l" defTabSz="914400">
              <a:lnSpc>
                <a:spcPct val="100000"/>
              </a:lnSpc>
              <a:spcBef>
                <a:spcPts val="261"/>
              </a:spcBef>
              <a:buNone/>
              <a:tabLst>
                <a:tab pos="0" algn="l"/>
              </a:tabLst>
              <a:defRPr lang="en-US" sz="1300" b="0" i="1" u="none" strike="noStrike">
                <a:solidFill>
                  <a:srgbClr val="5B6B70"/>
                </a:solidFill>
                <a:effectLst/>
                <a:uFillTx/>
                <a:latin typeface="Calibri"/>
                <a:ea typeface="Calibri"/>
              </a:defRPr>
            </a:lvl1pPr>
          </a:lstStyle>
          <a:p>
            <a:pPr indent="0" algn="l" defTabSz="914400">
              <a:lnSpc>
                <a:spcPct val="100000"/>
              </a:lnSpc>
              <a:spcBef>
                <a:spcPts val="261"/>
              </a:spcBef>
              <a:buNone/>
              <a:tabLst>
                <a:tab pos="0" algn="l"/>
              </a:tabLst>
            </a:pPr>
            <a:r>
              <a:rPr lang="en-US" sz="1300" b="0" i="1" u="none" strike="noStrike">
                <a:solidFill>
                  <a:srgbClr val="5B6B70"/>
                </a:solidFill>
                <a:effectLst/>
                <a:uFillTx/>
                <a:latin typeface="Calibri"/>
                <a:ea typeface="Calibri"/>
              </a:rPr>
              <a:t>Sous-titre ou message clé</a:t>
            </a:r>
            <a:endParaRPr lang="en-US" sz="1300" b="0" i="1" u="none" strike="noStrike">
              <a:solidFill>
                <a:srgbClr val="5B6B70"/>
              </a:solidFill>
              <a:effectLst/>
              <a:uFillTx/>
              <a:latin typeface="Calibri"/>
            </a:endParaRPr>
          </a:p>
        </p:txBody>
      </p:sp>
      <p:sp>
        <p:nvSpPr>
          <p:cNvPr id="21" name="PlaceHolder 3"/>
          <p:cNvSpPr>
            <a:spLocks noGrp="1"/>
          </p:cNvSpPr>
          <p:nvPr>
            <p:ph type="sldNum" idx="2"/>
          </p:nvPr>
        </p:nvSpPr>
        <p:spPr>
          <a:xfrm>
            <a:off x="8138160" y="4754880"/>
            <a:ext cx="456840" cy="228240"/>
          </a:xfrm>
          <a:prstGeom prst="rect">
            <a:avLst/>
          </a:prstGeom>
          <a:noFill/>
          <a:ln w="0">
            <a:noFill/>
          </a:ln>
        </p:spPr>
        <p:txBody>
          <a:bodyPr lIns="0" tIns="0" rIns="0" bIns="0" anchor="t">
            <a:noAutofit/>
          </a:bodyPr>
          <a:lstStyle>
            <a:lvl1pPr indent="0" algn="r" defTabSz="914400">
              <a:lnSpc>
                <a:spcPct val="100000"/>
              </a:lnSpc>
              <a:buNone/>
              <a:defRPr lang="en-US" sz="900" b="0" u="none" strike="noStrike">
                <a:solidFill>
                  <a:srgbClr val="5B6B70"/>
                </a:solidFill>
                <a:effectLst/>
                <a:uFillTx/>
                <a:latin typeface="Calibri"/>
                <a:ea typeface="Calibri"/>
              </a:defRPr>
            </a:lvl1pPr>
          </a:lstStyle>
          <a:p>
            <a:pPr indent="0" algn="r" defTabSz="914400">
              <a:lnSpc>
                <a:spcPct val="100000"/>
              </a:lnSpc>
              <a:buNone/>
            </a:pPr>
            <a:fld id="{44D5AC05-D963-4BE4-8869-A2679B760DA7}" type="slidenum">
              <a:rPr lang="en-US" sz="900" b="0" u="none" strike="noStrike">
                <a:solidFill>
                  <a:srgbClr val="5B6B70"/>
                </a:solidFill>
                <a:effectLst/>
                <a:uFillTx/>
                <a:latin typeface="Calibri"/>
                <a:ea typeface="Calibri"/>
              </a:rPr>
              <a:t>&lt;numéro&gt;</a:t>
            </a:fld>
            <a:endParaRPr lang="fr-FR" sz="900" b="0" u="none" strike="noStrike">
              <a:solidFill>
                <a:srgbClr val="000000"/>
              </a:solidFill>
              <a:effectLst/>
              <a:uFillTx/>
              <a:latin typeface="Calibri"/>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1_JALONS">
    <p:bg>
      <p:bgPr>
        <a:solidFill>
          <a:srgbClr val="FFFFFF"/>
        </a:solidFill>
      </p:bgPr>
    </p:bg>
    <p:spTree>
      <p:nvGrpSpPr>
        <p:cNvPr id="1" name=""/>
        <p:cNvGrpSpPr/>
        <p:nvPr/>
      </p:nvGrpSpPr>
      <p:grpSpPr>
        <a:xfrm>
          <a:off x="0" y="0"/>
          <a:ext cx="0" cy="0"/>
          <a:chOff x="0" y="0"/>
          <a:chExt cx="0" cy="0"/>
        </a:xfrm>
      </p:grpSpPr>
      <p:sp>
        <p:nvSpPr>
          <p:cNvPr id="22" name="Text 0"/>
          <p:cNvSpPr/>
          <p:nvPr/>
        </p:nvSpPr>
        <p:spPr>
          <a:xfrm>
            <a:off x="548640" y="4754880"/>
            <a:ext cx="36572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B6B70"/>
                </a:solidFill>
                <a:effectLst/>
                <a:uFillTx/>
                <a:latin typeface="Calibri"/>
                <a:ea typeface="Calibri"/>
              </a:rPr>
              <a:t>Service ReLM · INIST-CNRS · Revue interne</a:t>
            </a:r>
            <a:endParaRPr lang="fr-FR" sz="900" b="0" u="none" strike="noStrike">
              <a:solidFill>
                <a:srgbClr val="000000"/>
              </a:solidFill>
              <a:effectLst/>
              <a:uFillTx/>
              <a:latin typeface="Calibri"/>
            </a:endParaRPr>
          </a:p>
        </p:txBody>
      </p:sp>
      <p:sp>
        <p:nvSpPr>
          <p:cNvPr id="23" name="PlaceHolder 1"/>
          <p:cNvSpPr>
            <a:spLocks noGrp="1"/>
          </p:cNvSpPr>
          <p:nvPr>
            <p:ph type="title" hasCustomPrompt="1"/>
          </p:nvPr>
        </p:nvSpPr>
        <p:spPr>
          <a:xfrm>
            <a:off x="548640" y="365760"/>
            <a:ext cx="8046360" cy="5482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2800" b="1" u="none" strike="noStrike">
                <a:solidFill>
                  <a:srgbClr val="12343B"/>
                </a:solidFill>
                <a:effectLst/>
                <a:uFillTx/>
                <a:latin typeface="Cambria"/>
                <a:ea typeface="Cambria"/>
              </a:defRPr>
            </a:lvl1pPr>
          </a:lstStyle>
          <a:p>
            <a:pPr indent="0" algn="l" defTabSz="914400">
              <a:lnSpc>
                <a:spcPct val="100000"/>
              </a:lnSpc>
              <a:buNone/>
              <a:tabLst>
                <a:tab pos="0" algn="l"/>
              </a:tabLst>
            </a:pPr>
            <a:r>
              <a:rPr lang="en-US" sz="2800" b="1" u="none" strike="noStrike">
                <a:solidFill>
                  <a:srgbClr val="12343B"/>
                </a:solidFill>
                <a:effectLst/>
                <a:uFillTx/>
                <a:latin typeface="Cambria"/>
                <a:ea typeface="Cambria"/>
              </a:rPr>
              <a:t>Titre de la diapositive</a:t>
            </a:r>
            <a:endParaRPr lang="en-US" sz="2800" b="1" u="none" strike="noStrike">
              <a:solidFill>
                <a:srgbClr val="12343B"/>
              </a:solidFill>
              <a:effectLst/>
              <a:uFillTx/>
              <a:latin typeface="Cambria"/>
            </a:endParaRPr>
          </a:p>
        </p:txBody>
      </p:sp>
      <p:sp>
        <p:nvSpPr>
          <p:cNvPr id="24" name="PlaceHolder 2"/>
          <p:cNvSpPr>
            <a:spLocks noGrp="1"/>
          </p:cNvSpPr>
          <p:nvPr>
            <p:ph type="body" hasCustomPrompt="1"/>
          </p:nvPr>
        </p:nvSpPr>
        <p:spPr>
          <a:xfrm>
            <a:off x="548640" y="914400"/>
            <a:ext cx="8046360" cy="319680"/>
          </a:xfrm>
          <a:prstGeom prst="rect">
            <a:avLst/>
          </a:prstGeom>
          <a:noFill/>
          <a:ln w="0">
            <a:noFill/>
          </a:ln>
        </p:spPr>
        <p:txBody>
          <a:bodyPr lIns="90000" tIns="45000" rIns="90000" bIns="45000" anchor="t">
            <a:noAutofit/>
          </a:bodyPr>
          <a:lstStyle>
            <a:lvl1pPr indent="0" algn="l" defTabSz="914400">
              <a:lnSpc>
                <a:spcPct val="100000"/>
              </a:lnSpc>
              <a:spcBef>
                <a:spcPts val="261"/>
              </a:spcBef>
              <a:buNone/>
              <a:tabLst>
                <a:tab pos="0" algn="l"/>
              </a:tabLst>
              <a:defRPr lang="en-US" sz="1300" b="0" i="1" u="none" strike="noStrike">
                <a:solidFill>
                  <a:srgbClr val="5B6B70"/>
                </a:solidFill>
                <a:effectLst/>
                <a:uFillTx/>
                <a:latin typeface="Calibri"/>
                <a:ea typeface="Calibri"/>
              </a:defRPr>
            </a:lvl1pPr>
          </a:lstStyle>
          <a:p>
            <a:pPr indent="0" algn="l" defTabSz="914400">
              <a:lnSpc>
                <a:spcPct val="100000"/>
              </a:lnSpc>
              <a:spcBef>
                <a:spcPts val="261"/>
              </a:spcBef>
              <a:buNone/>
              <a:tabLst>
                <a:tab pos="0" algn="l"/>
              </a:tabLst>
            </a:pPr>
            <a:r>
              <a:rPr lang="en-US" sz="1300" b="0" i="1" u="none" strike="noStrike">
                <a:solidFill>
                  <a:srgbClr val="5B6B70"/>
                </a:solidFill>
                <a:effectLst/>
                <a:uFillTx/>
                <a:latin typeface="Calibri"/>
                <a:ea typeface="Calibri"/>
              </a:rPr>
              <a:t>Sous-titre ou message clé</a:t>
            </a:r>
            <a:endParaRPr lang="en-US" sz="1300" b="0" u="none" strike="noStrike">
              <a:solidFill>
                <a:srgbClr val="5B6B70"/>
              </a:solidFill>
              <a:effectLst/>
              <a:uFillTx/>
              <a:latin typeface="Calibri"/>
            </a:endParaRPr>
          </a:p>
        </p:txBody>
      </p:sp>
      <p:sp>
        <p:nvSpPr>
          <p:cNvPr id="25" name="Shape 1"/>
          <p:cNvSpPr/>
          <p:nvPr/>
        </p:nvSpPr>
        <p:spPr>
          <a:xfrm>
            <a:off x="1097280" y="2148840"/>
            <a:ext cx="6949440" cy="360"/>
          </a:xfrm>
          <a:prstGeom prst="line">
            <a:avLst/>
          </a:prstGeom>
          <a:ln w="25400">
            <a:solidFill>
              <a:srgbClr val="B9D3CF"/>
            </a:solidFill>
            <a:round/>
          </a:ln>
        </p:spPr>
        <p:style>
          <a:lnRef idx="0"/>
          <a:fillRef idx="0"/>
          <a:effectRef idx="0"/>
          <a:fontRef idx="minor"/>
        </p:style>
        <p:txBody>
          <a:bodyPr lIns="90000" tIns="-44640" rIns="90000" bIns="-44640" anchor="t" anchorCtr="1">
            <a:noAutofit/>
          </a:bodyPr>
          <a:p>
            <a:endParaRPr lang="fr-FR" sz="1800" b="0" u="none" strike="noStrike">
              <a:solidFill>
                <a:srgbClr val="000000"/>
              </a:solidFill>
              <a:effectLst/>
              <a:uFillTx/>
              <a:latin typeface="Calibri"/>
            </a:endParaRPr>
          </a:p>
        </p:txBody>
      </p:sp>
      <p:pic>
        <p:nvPicPr>
          <p:cNvPr id="26" name="Image 0" descr="preencoded.png"/>
          <p:cNvPicPr/>
          <p:nvPr/>
        </p:nvPicPr>
        <p:blipFill>
          <a:blip r:embed="rId2"/>
          <a:stretch/>
        </p:blipFill>
        <p:spPr>
          <a:xfrm>
            <a:off x="868680" y="1920240"/>
            <a:ext cx="456840" cy="456840"/>
          </a:xfrm>
          <a:prstGeom prst="rect">
            <a:avLst/>
          </a:prstGeom>
          <a:noFill/>
          <a:ln w="0">
            <a:noFill/>
          </a:ln>
        </p:spPr>
      </p:pic>
      <p:pic>
        <p:nvPicPr>
          <p:cNvPr id="27" name="Image 1" descr="preencoded.png"/>
          <p:cNvPicPr/>
          <p:nvPr/>
        </p:nvPicPr>
        <p:blipFill>
          <a:blip r:embed="rId3"/>
          <a:stretch/>
        </p:blipFill>
        <p:spPr>
          <a:xfrm>
            <a:off x="2606040" y="1920240"/>
            <a:ext cx="456840" cy="456840"/>
          </a:xfrm>
          <a:prstGeom prst="rect">
            <a:avLst/>
          </a:prstGeom>
          <a:noFill/>
          <a:ln w="0">
            <a:noFill/>
          </a:ln>
        </p:spPr>
      </p:pic>
      <p:pic>
        <p:nvPicPr>
          <p:cNvPr id="28" name="Image 2" descr="preencoded.png"/>
          <p:cNvPicPr/>
          <p:nvPr/>
        </p:nvPicPr>
        <p:blipFill>
          <a:blip r:embed="rId4"/>
          <a:stretch/>
        </p:blipFill>
        <p:spPr>
          <a:xfrm>
            <a:off x="4343400" y="1920240"/>
            <a:ext cx="456840" cy="456840"/>
          </a:xfrm>
          <a:prstGeom prst="rect">
            <a:avLst/>
          </a:prstGeom>
          <a:noFill/>
          <a:ln w="0">
            <a:noFill/>
          </a:ln>
        </p:spPr>
      </p:pic>
      <p:pic>
        <p:nvPicPr>
          <p:cNvPr id="29" name="Image 3" descr="preencoded.png"/>
          <p:cNvPicPr/>
          <p:nvPr/>
        </p:nvPicPr>
        <p:blipFill>
          <a:blip r:embed="rId5"/>
          <a:stretch/>
        </p:blipFill>
        <p:spPr>
          <a:xfrm>
            <a:off x="6080760" y="1920240"/>
            <a:ext cx="456840" cy="456840"/>
          </a:xfrm>
          <a:prstGeom prst="rect">
            <a:avLst/>
          </a:prstGeom>
          <a:noFill/>
          <a:ln w="0">
            <a:noFill/>
          </a:ln>
        </p:spPr>
      </p:pic>
      <p:pic>
        <p:nvPicPr>
          <p:cNvPr id="30" name="Image 4" descr="preencoded.png"/>
          <p:cNvPicPr/>
          <p:nvPr/>
        </p:nvPicPr>
        <p:blipFill>
          <a:blip r:embed="rId6"/>
          <a:stretch/>
        </p:blipFill>
        <p:spPr>
          <a:xfrm>
            <a:off x="7818120" y="1920240"/>
            <a:ext cx="456840" cy="456840"/>
          </a:xfrm>
          <a:prstGeom prst="rect">
            <a:avLst/>
          </a:prstGeom>
          <a:noFill/>
          <a:ln w="0">
            <a:noFill/>
          </a:ln>
        </p:spPr>
      </p:pic>
      <p:sp>
        <p:nvSpPr>
          <p:cNvPr id="31" name="PlaceHolder 3"/>
          <p:cNvSpPr>
            <a:spLocks noGrp="1"/>
          </p:cNvSpPr>
          <p:nvPr>
            <p:ph type="body" hasCustomPrompt="1"/>
          </p:nvPr>
        </p:nvSpPr>
        <p:spPr>
          <a:xfrm>
            <a:off x="274320" y="2560320"/>
            <a:ext cx="1645560" cy="273960"/>
          </a:xfrm>
          <a:prstGeom prst="rect">
            <a:avLst/>
          </a:prstGeom>
          <a:noFill/>
          <a:ln w="0">
            <a:noFill/>
          </a:ln>
        </p:spPr>
        <p:txBody>
          <a:bodyPr lIns="90000" tIns="45000" rIns="90000" bIns="45000" anchor="t">
            <a:noAutofit/>
          </a:bodyPr>
          <a:lstStyle>
            <a:lvl1pPr indent="0" algn="ctr" defTabSz="914400">
              <a:lnSpc>
                <a:spcPct val="100000"/>
              </a:lnSpc>
              <a:spcBef>
                <a:spcPts val="241"/>
              </a:spcBef>
              <a:buNone/>
              <a:tabLst>
                <a:tab pos="0" algn="l"/>
              </a:tabLst>
              <a:defRPr lang="en-US" sz="1200" b="1" u="none" strike="noStrike">
                <a:solidFill>
                  <a:srgbClr val="12343B"/>
                </a:solidFill>
                <a:effectLst/>
                <a:uFillTx/>
                <a:latin typeface="Calibri"/>
                <a:ea typeface="Calibri"/>
              </a:defRPr>
            </a:lvl1pPr>
          </a:lstStyle>
          <a:p>
            <a:pPr indent="0" algn="ctr" defTabSz="914400">
              <a:lnSpc>
                <a:spcPct val="100000"/>
              </a:lnSpc>
              <a:spcBef>
                <a:spcPts val="241"/>
              </a:spcBef>
              <a:buNone/>
              <a:tabLst>
                <a:tab pos="0" algn="l"/>
              </a:tabLst>
            </a:pPr>
            <a:r>
              <a:rPr lang="en-US" sz="1200" b="1" u="none" strike="noStrike">
                <a:solidFill>
                  <a:srgbClr val="12343B"/>
                </a:solidFill>
                <a:effectLst/>
                <a:uFillTx/>
                <a:latin typeface="Calibri"/>
                <a:ea typeface="Calibri"/>
              </a:rPr>
              <a:t>Date</a:t>
            </a:r>
            <a:endParaRPr lang="en-US" sz="1200" b="0" u="none" strike="noStrike">
              <a:solidFill>
                <a:srgbClr val="5B6B70"/>
              </a:solidFill>
              <a:effectLst/>
              <a:uFillTx/>
              <a:latin typeface="Calibri"/>
            </a:endParaRPr>
          </a:p>
        </p:txBody>
      </p:sp>
      <p:sp>
        <p:nvSpPr>
          <p:cNvPr id="32" name="PlaceHolder 4"/>
          <p:cNvSpPr>
            <a:spLocks noGrp="1"/>
          </p:cNvSpPr>
          <p:nvPr>
            <p:ph type="body" hasCustomPrompt="1"/>
          </p:nvPr>
        </p:nvSpPr>
        <p:spPr>
          <a:xfrm>
            <a:off x="2011680" y="2560320"/>
            <a:ext cx="1645560" cy="273960"/>
          </a:xfrm>
          <a:prstGeom prst="rect">
            <a:avLst/>
          </a:prstGeom>
          <a:noFill/>
          <a:ln w="0">
            <a:noFill/>
          </a:ln>
        </p:spPr>
        <p:txBody>
          <a:bodyPr lIns="90000" tIns="45000" rIns="90000" bIns="45000" anchor="t">
            <a:noAutofit/>
          </a:bodyPr>
          <a:lstStyle>
            <a:lvl1pPr indent="0" algn="ctr" defTabSz="914400">
              <a:lnSpc>
                <a:spcPct val="100000"/>
              </a:lnSpc>
              <a:spcBef>
                <a:spcPts val="241"/>
              </a:spcBef>
              <a:buNone/>
              <a:tabLst>
                <a:tab pos="0" algn="l"/>
              </a:tabLst>
              <a:defRPr lang="en-US" sz="1200" b="1" u="none" strike="noStrike">
                <a:solidFill>
                  <a:srgbClr val="12343B"/>
                </a:solidFill>
                <a:effectLst/>
                <a:uFillTx/>
                <a:latin typeface="Calibri"/>
                <a:ea typeface="Calibri"/>
              </a:defRPr>
            </a:lvl1pPr>
          </a:lstStyle>
          <a:p>
            <a:pPr indent="0" algn="ctr" defTabSz="914400">
              <a:lnSpc>
                <a:spcPct val="100000"/>
              </a:lnSpc>
              <a:spcBef>
                <a:spcPts val="241"/>
              </a:spcBef>
              <a:buNone/>
              <a:tabLst>
                <a:tab pos="0" algn="l"/>
              </a:tabLst>
            </a:pPr>
            <a:r>
              <a:rPr lang="en-US" sz="1200" b="1" u="none" strike="noStrike">
                <a:solidFill>
                  <a:srgbClr val="12343B"/>
                </a:solidFill>
                <a:effectLst/>
                <a:uFillTx/>
                <a:latin typeface="Calibri"/>
                <a:ea typeface="Calibri"/>
              </a:rPr>
              <a:t>Date</a:t>
            </a:r>
            <a:endParaRPr lang="en-US" sz="1200" b="0" u="none" strike="noStrike">
              <a:solidFill>
                <a:srgbClr val="5B6B70"/>
              </a:solidFill>
              <a:effectLst/>
              <a:uFillTx/>
              <a:latin typeface="Calibri"/>
            </a:endParaRPr>
          </a:p>
        </p:txBody>
      </p:sp>
      <p:sp>
        <p:nvSpPr>
          <p:cNvPr id="33" name="PlaceHolder 5"/>
          <p:cNvSpPr>
            <a:spLocks noGrp="1"/>
          </p:cNvSpPr>
          <p:nvPr>
            <p:ph type="body" hasCustomPrompt="1"/>
          </p:nvPr>
        </p:nvSpPr>
        <p:spPr>
          <a:xfrm>
            <a:off x="3749040" y="2560320"/>
            <a:ext cx="1645560" cy="273960"/>
          </a:xfrm>
          <a:prstGeom prst="rect">
            <a:avLst/>
          </a:prstGeom>
          <a:noFill/>
          <a:ln w="0">
            <a:noFill/>
          </a:ln>
        </p:spPr>
        <p:txBody>
          <a:bodyPr lIns="90000" tIns="45000" rIns="90000" bIns="45000" anchor="t">
            <a:noAutofit/>
          </a:bodyPr>
          <a:lstStyle>
            <a:lvl1pPr indent="0" algn="ctr" defTabSz="914400">
              <a:lnSpc>
                <a:spcPct val="100000"/>
              </a:lnSpc>
              <a:spcBef>
                <a:spcPts val="241"/>
              </a:spcBef>
              <a:buNone/>
              <a:tabLst>
                <a:tab pos="0" algn="l"/>
              </a:tabLst>
              <a:defRPr lang="en-US" sz="1200" b="1" u="none" strike="noStrike">
                <a:solidFill>
                  <a:srgbClr val="D98E04"/>
                </a:solidFill>
                <a:effectLst/>
                <a:uFillTx/>
                <a:latin typeface="Calibri"/>
                <a:ea typeface="Calibri"/>
              </a:defRPr>
            </a:lvl1pPr>
          </a:lstStyle>
          <a:p>
            <a:pPr indent="0" algn="ctr" defTabSz="914400">
              <a:lnSpc>
                <a:spcPct val="100000"/>
              </a:lnSpc>
              <a:spcBef>
                <a:spcPts val="241"/>
              </a:spcBef>
              <a:buNone/>
              <a:tabLst>
                <a:tab pos="0" algn="l"/>
              </a:tabLst>
            </a:pPr>
            <a:r>
              <a:rPr lang="en-US" sz="1200" b="1" u="none" strike="noStrike">
                <a:solidFill>
                  <a:srgbClr val="D98E04"/>
                </a:solidFill>
                <a:effectLst/>
                <a:uFillTx/>
                <a:latin typeface="Calibri"/>
                <a:ea typeface="Calibri"/>
              </a:rPr>
              <a:t>Date</a:t>
            </a:r>
            <a:endParaRPr lang="en-US" sz="1200" b="0" u="none" strike="noStrike">
              <a:solidFill>
                <a:srgbClr val="5B6B70"/>
              </a:solidFill>
              <a:effectLst/>
              <a:uFillTx/>
              <a:latin typeface="Calibri"/>
            </a:endParaRPr>
          </a:p>
        </p:txBody>
      </p:sp>
      <p:sp>
        <p:nvSpPr>
          <p:cNvPr id="34" name="PlaceHolder 6"/>
          <p:cNvSpPr>
            <a:spLocks noGrp="1"/>
          </p:cNvSpPr>
          <p:nvPr>
            <p:ph type="body" hasCustomPrompt="1"/>
          </p:nvPr>
        </p:nvSpPr>
        <p:spPr>
          <a:xfrm>
            <a:off x="5486400" y="2560320"/>
            <a:ext cx="1645560" cy="273960"/>
          </a:xfrm>
          <a:prstGeom prst="rect">
            <a:avLst/>
          </a:prstGeom>
          <a:noFill/>
          <a:ln w="0">
            <a:noFill/>
          </a:ln>
        </p:spPr>
        <p:txBody>
          <a:bodyPr lIns="90000" tIns="45000" rIns="90000" bIns="45000" anchor="t">
            <a:noAutofit/>
          </a:bodyPr>
          <a:lstStyle>
            <a:lvl1pPr indent="0" algn="ctr" defTabSz="914400">
              <a:lnSpc>
                <a:spcPct val="100000"/>
              </a:lnSpc>
              <a:spcBef>
                <a:spcPts val="241"/>
              </a:spcBef>
              <a:buNone/>
              <a:tabLst>
                <a:tab pos="0" algn="l"/>
              </a:tabLst>
              <a:defRPr lang="en-US" sz="1200" b="1" u="none" strike="noStrike">
                <a:solidFill>
                  <a:srgbClr val="12343B"/>
                </a:solidFill>
                <a:effectLst/>
                <a:uFillTx/>
                <a:latin typeface="Calibri"/>
                <a:ea typeface="Calibri"/>
              </a:defRPr>
            </a:lvl1pPr>
          </a:lstStyle>
          <a:p>
            <a:pPr indent="0" algn="ctr" defTabSz="914400">
              <a:lnSpc>
                <a:spcPct val="100000"/>
              </a:lnSpc>
              <a:spcBef>
                <a:spcPts val="241"/>
              </a:spcBef>
              <a:buNone/>
              <a:tabLst>
                <a:tab pos="0" algn="l"/>
              </a:tabLst>
            </a:pPr>
            <a:r>
              <a:rPr lang="en-US" sz="1200" b="1" u="none" strike="noStrike">
                <a:solidFill>
                  <a:srgbClr val="12343B"/>
                </a:solidFill>
                <a:effectLst/>
                <a:uFillTx/>
                <a:latin typeface="Calibri"/>
                <a:ea typeface="Calibri"/>
              </a:rPr>
              <a:t>Date</a:t>
            </a:r>
            <a:endParaRPr lang="en-US" sz="1200" b="0" u="none" strike="noStrike">
              <a:solidFill>
                <a:srgbClr val="5B6B70"/>
              </a:solidFill>
              <a:effectLst/>
              <a:uFillTx/>
              <a:latin typeface="Calibri"/>
            </a:endParaRPr>
          </a:p>
        </p:txBody>
      </p:sp>
      <p:sp>
        <p:nvSpPr>
          <p:cNvPr id="35" name="PlaceHolder 7"/>
          <p:cNvSpPr>
            <a:spLocks noGrp="1"/>
          </p:cNvSpPr>
          <p:nvPr>
            <p:ph type="body" hasCustomPrompt="1"/>
          </p:nvPr>
        </p:nvSpPr>
        <p:spPr>
          <a:xfrm>
            <a:off x="7223760" y="2560320"/>
            <a:ext cx="1645560" cy="273960"/>
          </a:xfrm>
          <a:prstGeom prst="rect">
            <a:avLst/>
          </a:prstGeom>
          <a:noFill/>
          <a:ln w="0">
            <a:noFill/>
          </a:ln>
        </p:spPr>
        <p:txBody>
          <a:bodyPr lIns="90000" tIns="45000" rIns="90000" bIns="45000" anchor="t">
            <a:noAutofit/>
          </a:bodyPr>
          <a:lstStyle>
            <a:lvl1pPr indent="0" algn="ctr" defTabSz="914400">
              <a:lnSpc>
                <a:spcPct val="100000"/>
              </a:lnSpc>
              <a:spcBef>
                <a:spcPts val="241"/>
              </a:spcBef>
              <a:buNone/>
              <a:tabLst>
                <a:tab pos="0" algn="l"/>
              </a:tabLst>
              <a:defRPr lang="en-US" sz="1200" b="1" u="none" strike="noStrike">
                <a:solidFill>
                  <a:srgbClr val="12343B"/>
                </a:solidFill>
                <a:effectLst/>
                <a:uFillTx/>
                <a:latin typeface="Calibri"/>
                <a:ea typeface="Calibri"/>
              </a:defRPr>
            </a:lvl1pPr>
          </a:lstStyle>
          <a:p>
            <a:pPr indent="0" algn="ctr" defTabSz="914400">
              <a:lnSpc>
                <a:spcPct val="100000"/>
              </a:lnSpc>
              <a:spcBef>
                <a:spcPts val="241"/>
              </a:spcBef>
              <a:buNone/>
              <a:tabLst>
                <a:tab pos="0" algn="l"/>
              </a:tabLst>
            </a:pPr>
            <a:r>
              <a:rPr lang="en-US" sz="1200" b="1" u="none" strike="noStrike">
                <a:solidFill>
                  <a:srgbClr val="12343B"/>
                </a:solidFill>
                <a:effectLst/>
                <a:uFillTx/>
                <a:latin typeface="Calibri"/>
                <a:ea typeface="Calibri"/>
              </a:rPr>
              <a:t>Date</a:t>
            </a:r>
            <a:endParaRPr lang="en-US" sz="1200" b="0" u="none" strike="noStrike">
              <a:solidFill>
                <a:srgbClr val="5B6B70"/>
              </a:solidFill>
              <a:effectLst/>
              <a:uFillTx/>
              <a:latin typeface="Calibri"/>
            </a:endParaRPr>
          </a:p>
        </p:txBody>
      </p:sp>
      <p:sp>
        <p:nvSpPr>
          <p:cNvPr id="36" name="PlaceHolder 8"/>
          <p:cNvSpPr>
            <a:spLocks noGrp="1"/>
          </p:cNvSpPr>
          <p:nvPr>
            <p:ph type="body" hasCustomPrompt="1"/>
          </p:nvPr>
        </p:nvSpPr>
        <p:spPr>
          <a:xfrm>
            <a:off x="320040" y="2880360"/>
            <a:ext cx="1554120" cy="1096920"/>
          </a:xfrm>
          <a:prstGeom prst="rect">
            <a:avLst/>
          </a:prstGeom>
          <a:noFill/>
          <a:ln w="0">
            <a:noFill/>
          </a:ln>
        </p:spPr>
        <p:txBody>
          <a:bodyPr lIns="90000" tIns="45000" rIns="90000" bIns="45000" anchor="t">
            <a:noAutofit/>
          </a:bodyPr>
          <a:lstStyle>
            <a:lvl1pPr indent="0" algn="ctr" defTabSz="914400">
              <a:lnSpc>
                <a:spcPct val="100000"/>
              </a:lnSpc>
              <a:spcBef>
                <a:spcPts val="221"/>
              </a:spcBef>
              <a:buNone/>
              <a:tabLst>
                <a:tab pos="0" algn="l"/>
              </a:tabLst>
              <a:defRPr lang="en-US" sz="1100" b="0" u="none" strike="noStrike">
                <a:solidFill>
                  <a:srgbClr val="5B6B70"/>
                </a:solidFill>
                <a:effectLst/>
                <a:uFillTx/>
                <a:latin typeface="Calibri"/>
                <a:ea typeface="Calibri"/>
              </a:defRPr>
            </a:lvl1pPr>
          </a:lstStyle>
          <a:p>
            <a:pPr indent="0" algn="ctr" defTabSz="914400">
              <a:lnSpc>
                <a:spcPct val="100000"/>
              </a:lnSpc>
              <a:spcBef>
                <a:spcPts val="221"/>
              </a:spcBef>
              <a:buNone/>
              <a:tabLst>
                <a:tab pos="0" algn="l"/>
              </a:tabLst>
            </a:pPr>
            <a:r>
              <a:rPr lang="en-US" sz="1100" b="0" u="none" strike="noStrike">
                <a:solidFill>
                  <a:srgbClr val="5B6B70"/>
                </a:solidFill>
                <a:effectLst/>
                <a:uFillTx/>
                <a:latin typeface="Calibri"/>
                <a:ea typeface="Calibri"/>
              </a:rPr>
              <a:t>Jalon</a:t>
            </a:r>
            <a:endParaRPr lang="en-US" sz="1100" b="0" u="none" strike="noStrike">
              <a:solidFill>
                <a:srgbClr val="5B6B70"/>
              </a:solidFill>
              <a:effectLst/>
              <a:uFillTx/>
              <a:latin typeface="Calibri"/>
            </a:endParaRPr>
          </a:p>
        </p:txBody>
      </p:sp>
      <p:sp>
        <p:nvSpPr>
          <p:cNvPr id="37" name="PlaceHolder 9"/>
          <p:cNvSpPr>
            <a:spLocks noGrp="1"/>
          </p:cNvSpPr>
          <p:nvPr>
            <p:ph type="body" hasCustomPrompt="1"/>
          </p:nvPr>
        </p:nvSpPr>
        <p:spPr>
          <a:xfrm>
            <a:off x="2057400" y="2880360"/>
            <a:ext cx="1554120" cy="1096920"/>
          </a:xfrm>
          <a:prstGeom prst="rect">
            <a:avLst/>
          </a:prstGeom>
          <a:noFill/>
          <a:ln w="0">
            <a:noFill/>
          </a:ln>
        </p:spPr>
        <p:txBody>
          <a:bodyPr lIns="90000" tIns="45000" rIns="90000" bIns="45000" anchor="t">
            <a:noAutofit/>
          </a:bodyPr>
          <a:lstStyle>
            <a:lvl1pPr indent="0" algn="ctr" defTabSz="914400">
              <a:lnSpc>
                <a:spcPct val="100000"/>
              </a:lnSpc>
              <a:spcBef>
                <a:spcPts val="221"/>
              </a:spcBef>
              <a:buNone/>
              <a:tabLst>
                <a:tab pos="0" algn="l"/>
              </a:tabLst>
              <a:defRPr lang="en-US" sz="1100" b="0" u="none" strike="noStrike">
                <a:solidFill>
                  <a:srgbClr val="5B6B70"/>
                </a:solidFill>
                <a:effectLst/>
                <a:uFillTx/>
                <a:latin typeface="Calibri"/>
                <a:ea typeface="Calibri"/>
              </a:defRPr>
            </a:lvl1pPr>
          </a:lstStyle>
          <a:p>
            <a:pPr indent="0" algn="ctr" defTabSz="914400">
              <a:lnSpc>
                <a:spcPct val="100000"/>
              </a:lnSpc>
              <a:spcBef>
                <a:spcPts val="221"/>
              </a:spcBef>
              <a:buNone/>
              <a:tabLst>
                <a:tab pos="0" algn="l"/>
              </a:tabLst>
            </a:pPr>
            <a:r>
              <a:rPr lang="en-US" sz="1100" b="0" u="none" strike="noStrike">
                <a:solidFill>
                  <a:srgbClr val="5B6B70"/>
                </a:solidFill>
                <a:effectLst/>
                <a:uFillTx/>
                <a:latin typeface="Calibri"/>
                <a:ea typeface="Calibri"/>
              </a:rPr>
              <a:t>Jalon</a:t>
            </a:r>
            <a:endParaRPr lang="en-US" sz="1100" b="0" u="none" strike="noStrike">
              <a:solidFill>
                <a:srgbClr val="5B6B70"/>
              </a:solidFill>
              <a:effectLst/>
              <a:uFillTx/>
              <a:latin typeface="Calibri"/>
            </a:endParaRPr>
          </a:p>
        </p:txBody>
      </p:sp>
      <p:sp>
        <p:nvSpPr>
          <p:cNvPr id="38" name="PlaceHolder 10"/>
          <p:cNvSpPr>
            <a:spLocks noGrp="1"/>
          </p:cNvSpPr>
          <p:nvPr>
            <p:ph type="body" hasCustomPrompt="1"/>
          </p:nvPr>
        </p:nvSpPr>
        <p:spPr>
          <a:xfrm>
            <a:off x="3794760" y="2880360"/>
            <a:ext cx="1554120" cy="1096920"/>
          </a:xfrm>
          <a:prstGeom prst="rect">
            <a:avLst/>
          </a:prstGeom>
          <a:noFill/>
          <a:ln w="0">
            <a:noFill/>
          </a:ln>
        </p:spPr>
        <p:txBody>
          <a:bodyPr lIns="90000" tIns="45000" rIns="90000" bIns="45000" anchor="t">
            <a:noAutofit/>
          </a:bodyPr>
          <a:lstStyle>
            <a:lvl1pPr indent="0" algn="ctr" defTabSz="914400">
              <a:lnSpc>
                <a:spcPct val="100000"/>
              </a:lnSpc>
              <a:spcBef>
                <a:spcPts val="221"/>
              </a:spcBef>
              <a:buNone/>
              <a:tabLst>
                <a:tab pos="0" algn="l"/>
              </a:tabLst>
              <a:defRPr lang="en-US" sz="1100" b="0" u="none" strike="noStrike">
                <a:solidFill>
                  <a:srgbClr val="5B6B70"/>
                </a:solidFill>
                <a:effectLst/>
                <a:uFillTx/>
                <a:latin typeface="Calibri"/>
                <a:ea typeface="Calibri"/>
              </a:defRPr>
            </a:lvl1pPr>
          </a:lstStyle>
          <a:p>
            <a:pPr indent="0" algn="ctr" defTabSz="914400">
              <a:lnSpc>
                <a:spcPct val="100000"/>
              </a:lnSpc>
              <a:spcBef>
                <a:spcPts val="221"/>
              </a:spcBef>
              <a:buNone/>
              <a:tabLst>
                <a:tab pos="0" algn="l"/>
              </a:tabLst>
            </a:pPr>
            <a:r>
              <a:rPr lang="en-US" sz="1100" b="0" u="none" strike="noStrike">
                <a:solidFill>
                  <a:srgbClr val="5B6B70"/>
                </a:solidFill>
                <a:effectLst/>
                <a:uFillTx/>
                <a:latin typeface="Calibri"/>
                <a:ea typeface="Calibri"/>
              </a:rPr>
              <a:t>Jalon</a:t>
            </a:r>
            <a:endParaRPr lang="en-US" sz="1100" b="0" u="none" strike="noStrike">
              <a:solidFill>
                <a:srgbClr val="5B6B70"/>
              </a:solidFill>
              <a:effectLst/>
              <a:uFillTx/>
              <a:latin typeface="Calibri"/>
            </a:endParaRPr>
          </a:p>
        </p:txBody>
      </p:sp>
      <p:sp>
        <p:nvSpPr>
          <p:cNvPr id="39" name="PlaceHolder 11"/>
          <p:cNvSpPr>
            <a:spLocks noGrp="1"/>
          </p:cNvSpPr>
          <p:nvPr>
            <p:ph type="body" hasCustomPrompt="1"/>
          </p:nvPr>
        </p:nvSpPr>
        <p:spPr>
          <a:xfrm>
            <a:off x="5532120" y="2880360"/>
            <a:ext cx="1554120" cy="1096920"/>
          </a:xfrm>
          <a:prstGeom prst="rect">
            <a:avLst/>
          </a:prstGeom>
          <a:noFill/>
          <a:ln w="0">
            <a:noFill/>
          </a:ln>
        </p:spPr>
        <p:txBody>
          <a:bodyPr lIns="90000" tIns="45000" rIns="90000" bIns="45000" anchor="t">
            <a:noAutofit/>
          </a:bodyPr>
          <a:lstStyle>
            <a:lvl1pPr indent="0" algn="ctr" defTabSz="914400">
              <a:lnSpc>
                <a:spcPct val="100000"/>
              </a:lnSpc>
              <a:spcBef>
                <a:spcPts val="221"/>
              </a:spcBef>
              <a:buNone/>
              <a:tabLst>
                <a:tab pos="0" algn="l"/>
              </a:tabLst>
              <a:defRPr lang="en-US" sz="1100" b="0" u="none" strike="noStrike">
                <a:solidFill>
                  <a:srgbClr val="5B6B70"/>
                </a:solidFill>
                <a:effectLst/>
                <a:uFillTx/>
                <a:latin typeface="Calibri"/>
                <a:ea typeface="Calibri"/>
              </a:defRPr>
            </a:lvl1pPr>
          </a:lstStyle>
          <a:p>
            <a:pPr indent="0" algn="ctr" defTabSz="914400">
              <a:lnSpc>
                <a:spcPct val="100000"/>
              </a:lnSpc>
              <a:spcBef>
                <a:spcPts val="221"/>
              </a:spcBef>
              <a:buNone/>
              <a:tabLst>
                <a:tab pos="0" algn="l"/>
              </a:tabLst>
            </a:pPr>
            <a:r>
              <a:rPr lang="en-US" sz="1100" b="0" u="none" strike="noStrike">
                <a:solidFill>
                  <a:srgbClr val="5B6B70"/>
                </a:solidFill>
                <a:effectLst/>
                <a:uFillTx/>
                <a:latin typeface="Calibri"/>
                <a:ea typeface="Calibri"/>
              </a:rPr>
              <a:t>Jalon</a:t>
            </a:r>
            <a:endParaRPr lang="en-US" sz="1100" b="0" u="none" strike="noStrike">
              <a:solidFill>
                <a:srgbClr val="5B6B70"/>
              </a:solidFill>
              <a:effectLst/>
              <a:uFillTx/>
              <a:latin typeface="Calibri"/>
            </a:endParaRPr>
          </a:p>
        </p:txBody>
      </p:sp>
      <p:sp>
        <p:nvSpPr>
          <p:cNvPr id="40" name="PlaceHolder 12"/>
          <p:cNvSpPr>
            <a:spLocks noGrp="1"/>
          </p:cNvSpPr>
          <p:nvPr>
            <p:ph type="body" hasCustomPrompt="1"/>
          </p:nvPr>
        </p:nvSpPr>
        <p:spPr>
          <a:xfrm>
            <a:off x="7269480" y="2880360"/>
            <a:ext cx="1554120" cy="1096920"/>
          </a:xfrm>
          <a:prstGeom prst="rect">
            <a:avLst/>
          </a:prstGeom>
          <a:noFill/>
          <a:ln w="0">
            <a:noFill/>
          </a:ln>
        </p:spPr>
        <p:txBody>
          <a:bodyPr lIns="90000" tIns="45000" rIns="90000" bIns="45000" anchor="t">
            <a:noAutofit/>
          </a:bodyPr>
          <a:lstStyle>
            <a:lvl1pPr indent="0" algn="ctr" defTabSz="914400">
              <a:lnSpc>
                <a:spcPct val="100000"/>
              </a:lnSpc>
              <a:spcBef>
                <a:spcPts val="221"/>
              </a:spcBef>
              <a:buNone/>
              <a:tabLst>
                <a:tab pos="0" algn="l"/>
              </a:tabLst>
              <a:defRPr lang="en-US" sz="1100" b="0" u="none" strike="noStrike">
                <a:solidFill>
                  <a:srgbClr val="5B6B70"/>
                </a:solidFill>
                <a:effectLst/>
                <a:uFillTx/>
                <a:latin typeface="Calibri"/>
                <a:ea typeface="Calibri"/>
              </a:defRPr>
            </a:lvl1pPr>
          </a:lstStyle>
          <a:p>
            <a:pPr indent="0" algn="ctr" defTabSz="914400">
              <a:lnSpc>
                <a:spcPct val="100000"/>
              </a:lnSpc>
              <a:spcBef>
                <a:spcPts val="221"/>
              </a:spcBef>
              <a:buNone/>
              <a:tabLst>
                <a:tab pos="0" algn="l"/>
              </a:tabLst>
            </a:pPr>
            <a:r>
              <a:rPr lang="en-US" sz="1100" b="0" u="none" strike="noStrike">
                <a:solidFill>
                  <a:srgbClr val="5B6B70"/>
                </a:solidFill>
                <a:effectLst/>
                <a:uFillTx/>
                <a:latin typeface="Calibri"/>
                <a:ea typeface="Calibri"/>
              </a:rPr>
              <a:t>Jalon</a:t>
            </a:r>
            <a:endParaRPr lang="en-US" sz="1100" b="0" u="none" strike="noStrike">
              <a:solidFill>
                <a:srgbClr val="5B6B70"/>
              </a:solidFill>
              <a:effectLst/>
              <a:uFillTx/>
              <a:latin typeface="Calibri"/>
            </a:endParaRPr>
          </a:p>
        </p:txBody>
      </p:sp>
      <p:sp>
        <p:nvSpPr>
          <p:cNvPr id="41" name="PlaceHolder 13"/>
          <p:cNvSpPr>
            <a:spLocks noGrp="1"/>
          </p:cNvSpPr>
          <p:nvPr>
            <p:ph type="sldNum" idx="3"/>
          </p:nvPr>
        </p:nvSpPr>
        <p:spPr>
          <a:xfrm>
            <a:off x="8138160" y="4754880"/>
            <a:ext cx="456840" cy="228240"/>
          </a:xfrm>
          <a:prstGeom prst="rect">
            <a:avLst/>
          </a:prstGeom>
          <a:noFill/>
          <a:ln w="0">
            <a:noFill/>
          </a:ln>
        </p:spPr>
        <p:txBody>
          <a:bodyPr lIns="0" tIns="0" rIns="0" bIns="0" anchor="t">
            <a:noAutofit/>
          </a:bodyPr>
          <a:lstStyle>
            <a:lvl1pPr indent="0" algn="r" defTabSz="914400">
              <a:lnSpc>
                <a:spcPct val="100000"/>
              </a:lnSpc>
              <a:buNone/>
              <a:defRPr lang="en-US" sz="900" b="0" u="none" strike="noStrike">
                <a:solidFill>
                  <a:srgbClr val="5B6B70"/>
                </a:solidFill>
                <a:effectLst/>
                <a:uFillTx/>
                <a:latin typeface="Calibri"/>
                <a:ea typeface="Calibri"/>
              </a:defRPr>
            </a:lvl1pPr>
          </a:lstStyle>
          <a:p>
            <a:pPr indent="0" algn="r" defTabSz="914400">
              <a:lnSpc>
                <a:spcPct val="100000"/>
              </a:lnSpc>
              <a:buNone/>
            </a:pPr>
            <a:fld id="{2E552B40-AD43-4FDD-A6DF-FE84BC05093F}" type="slidenum">
              <a:rPr lang="en-US" sz="900" b="0" u="none" strike="noStrike">
                <a:solidFill>
                  <a:srgbClr val="5B6B70"/>
                </a:solidFill>
                <a:effectLst/>
                <a:uFillTx/>
                <a:latin typeface="Calibri"/>
                <a:ea typeface="Calibri"/>
              </a:rPr>
              <a:t>&lt;numéro&gt;</a:t>
            </a:fld>
            <a:endParaRPr lang="fr-FR" sz="900" b="0" u="none" strike="noStrike">
              <a:solidFill>
                <a:srgbClr val="000000"/>
              </a:solidFill>
              <a:effectLst/>
              <a:uFillTx/>
              <a:latin typeface="Calibri"/>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2_INTERVENTIONS">
    <p:bg>
      <p:bgPr>
        <a:solidFill>
          <a:srgbClr val="FFFFFF"/>
        </a:solidFill>
      </p:bgPr>
    </p:bg>
    <p:spTree>
      <p:nvGrpSpPr>
        <p:cNvPr id="1" name=""/>
        <p:cNvGrpSpPr/>
        <p:nvPr/>
      </p:nvGrpSpPr>
      <p:grpSpPr>
        <a:xfrm>
          <a:off x="0" y="0"/>
          <a:ext cx="0" cy="0"/>
          <a:chOff x="0" y="0"/>
          <a:chExt cx="0" cy="0"/>
        </a:xfrm>
      </p:grpSpPr>
      <p:sp>
        <p:nvSpPr>
          <p:cNvPr id="42" name="Text 0"/>
          <p:cNvSpPr/>
          <p:nvPr/>
        </p:nvSpPr>
        <p:spPr>
          <a:xfrm>
            <a:off x="548640" y="4754880"/>
            <a:ext cx="36572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B6B70"/>
                </a:solidFill>
                <a:effectLst/>
                <a:uFillTx/>
                <a:latin typeface="Calibri"/>
                <a:ea typeface="Calibri"/>
              </a:rPr>
              <a:t>Service ReLM · INIST-CNRS · Revue interne</a:t>
            </a:r>
            <a:endParaRPr lang="fr-FR" sz="900" b="0" u="none" strike="noStrike">
              <a:solidFill>
                <a:srgbClr val="000000"/>
              </a:solidFill>
              <a:effectLst/>
              <a:uFillTx/>
              <a:latin typeface="Calibri"/>
            </a:endParaRPr>
          </a:p>
        </p:txBody>
      </p:sp>
      <p:sp>
        <p:nvSpPr>
          <p:cNvPr id="43" name="PlaceHolder 1"/>
          <p:cNvSpPr>
            <a:spLocks noGrp="1"/>
          </p:cNvSpPr>
          <p:nvPr>
            <p:ph type="title" hasCustomPrompt="1"/>
          </p:nvPr>
        </p:nvSpPr>
        <p:spPr>
          <a:xfrm>
            <a:off x="548640" y="365760"/>
            <a:ext cx="8046360" cy="5482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2800" b="1" u="none" strike="noStrike">
                <a:solidFill>
                  <a:srgbClr val="12343B"/>
                </a:solidFill>
                <a:effectLst/>
                <a:uFillTx/>
                <a:latin typeface="Cambria"/>
                <a:ea typeface="Cambria"/>
              </a:defRPr>
            </a:lvl1pPr>
          </a:lstStyle>
          <a:p>
            <a:pPr indent="0" algn="l" defTabSz="914400">
              <a:lnSpc>
                <a:spcPct val="100000"/>
              </a:lnSpc>
              <a:buNone/>
              <a:tabLst>
                <a:tab pos="0" algn="l"/>
              </a:tabLst>
            </a:pPr>
            <a:r>
              <a:rPr lang="en-US" sz="2800" b="1" u="none" strike="noStrike">
                <a:solidFill>
                  <a:srgbClr val="12343B"/>
                </a:solidFill>
                <a:effectLst/>
                <a:uFillTx/>
                <a:latin typeface="Cambria"/>
                <a:ea typeface="Cambria"/>
              </a:rPr>
              <a:t>Liste des interventions</a:t>
            </a:r>
            <a:endParaRPr lang="en-US" sz="2800" b="1" u="none" strike="noStrike">
              <a:solidFill>
                <a:srgbClr val="12343B"/>
              </a:solidFill>
              <a:effectLst/>
              <a:uFillTx/>
              <a:latin typeface="Cambria"/>
            </a:endParaRPr>
          </a:p>
        </p:txBody>
      </p:sp>
      <p:sp>
        <p:nvSpPr>
          <p:cNvPr id="44" name="Shape 1"/>
          <p:cNvSpPr/>
          <p:nvPr/>
        </p:nvSpPr>
        <p:spPr>
          <a:xfrm>
            <a:off x="548640" y="1188720"/>
            <a:ext cx="3931560" cy="91404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sp>
        <p:nvSpPr>
          <p:cNvPr id="45" name="Shape 2"/>
          <p:cNvSpPr/>
          <p:nvPr/>
        </p:nvSpPr>
        <p:spPr>
          <a:xfrm>
            <a:off x="4663440" y="1188720"/>
            <a:ext cx="3931560" cy="91404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sp>
        <p:nvSpPr>
          <p:cNvPr id="46" name="Shape 3"/>
          <p:cNvSpPr/>
          <p:nvPr/>
        </p:nvSpPr>
        <p:spPr>
          <a:xfrm>
            <a:off x="548640" y="2286000"/>
            <a:ext cx="3931560" cy="91404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sp>
        <p:nvSpPr>
          <p:cNvPr id="47" name="Shape 4"/>
          <p:cNvSpPr/>
          <p:nvPr/>
        </p:nvSpPr>
        <p:spPr>
          <a:xfrm>
            <a:off x="4663440" y="2286000"/>
            <a:ext cx="3931560" cy="91404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sp>
        <p:nvSpPr>
          <p:cNvPr id="48" name="Shape 5"/>
          <p:cNvSpPr/>
          <p:nvPr/>
        </p:nvSpPr>
        <p:spPr>
          <a:xfrm>
            <a:off x="548640" y="3383280"/>
            <a:ext cx="3931560" cy="91404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sp>
        <p:nvSpPr>
          <p:cNvPr id="49" name="Shape 6"/>
          <p:cNvSpPr/>
          <p:nvPr/>
        </p:nvSpPr>
        <p:spPr>
          <a:xfrm>
            <a:off x="4663440" y="3383280"/>
            <a:ext cx="3931560" cy="91404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pic>
        <p:nvPicPr>
          <p:cNvPr id="50" name="Image 0" descr="preencoded.png"/>
          <p:cNvPicPr/>
          <p:nvPr/>
        </p:nvPicPr>
        <p:blipFill>
          <a:blip r:embed="rId2"/>
          <a:stretch/>
        </p:blipFill>
        <p:spPr>
          <a:xfrm>
            <a:off x="731520" y="1371600"/>
            <a:ext cx="548280" cy="548280"/>
          </a:xfrm>
          <a:prstGeom prst="rect">
            <a:avLst/>
          </a:prstGeom>
          <a:noFill/>
          <a:ln w="0">
            <a:noFill/>
          </a:ln>
        </p:spPr>
      </p:pic>
      <p:pic>
        <p:nvPicPr>
          <p:cNvPr id="51" name="Image 1" descr="preencoded.png"/>
          <p:cNvPicPr/>
          <p:nvPr/>
        </p:nvPicPr>
        <p:blipFill>
          <a:blip r:embed="rId3"/>
          <a:stretch/>
        </p:blipFill>
        <p:spPr>
          <a:xfrm>
            <a:off x="4846320" y="1371600"/>
            <a:ext cx="548280" cy="548280"/>
          </a:xfrm>
          <a:prstGeom prst="rect">
            <a:avLst/>
          </a:prstGeom>
          <a:noFill/>
          <a:ln w="0">
            <a:noFill/>
          </a:ln>
        </p:spPr>
      </p:pic>
      <p:pic>
        <p:nvPicPr>
          <p:cNvPr id="52" name="Image 2" descr="preencoded.png"/>
          <p:cNvPicPr/>
          <p:nvPr/>
        </p:nvPicPr>
        <p:blipFill>
          <a:blip r:embed="rId4"/>
          <a:stretch/>
        </p:blipFill>
        <p:spPr>
          <a:xfrm>
            <a:off x="731520" y="2468880"/>
            <a:ext cx="548280" cy="548280"/>
          </a:xfrm>
          <a:prstGeom prst="rect">
            <a:avLst/>
          </a:prstGeom>
          <a:noFill/>
          <a:ln w="0">
            <a:noFill/>
          </a:ln>
        </p:spPr>
      </p:pic>
      <p:pic>
        <p:nvPicPr>
          <p:cNvPr id="53" name="Image 3" descr="preencoded.png"/>
          <p:cNvPicPr/>
          <p:nvPr/>
        </p:nvPicPr>
        <p:blipFill>
          <a:blip r:embed="rId5"/>
          <a:stretch/>
        </p:blipFill>
        <p:spPr>
          <a:xfrm>
            <a:off x="4846320" y="2468880"/>
            <a:ext cx="548280" cy="548280"/>
          </a:xfrm>
          <a:prstGeom prst="rect">
            <a:avLst/>
          </a:prstGeom>
          <a:noFill/>
          <a:ln w="0">
            <a:noFill/>
          </a:ln>
        </p:spPr>
      </p:pic>
      <p:pic>
        <p:nvPicPr>
          <p:cNvPr id="54" name="Image 4" descr="preencoded.png"/>
          <p:cNvPicPr/>
          <p:nvPr/>
        </p:nvPicPr>
        <p:blipFill>
          <a:blip r:embed="rId6"/>
          <a:stretch/>
        </p:blipFill>
        <p:spPr>
          <a:xfrm>
            <a:off x="731520" y="3566160"/>
            <a:ext cx="548280" cy="548280"/>
          </a:xfrm>
          <a:prstGeom prst="rect">
            <a:avLst/>
          </a:prstGeom>
          <a:noFill/>
          <a:ln w="0">
            <a:noFill/>
          </a:ln>
        </p:spPr>
      </p:pic>
      <p:pic>
        <p:nvPicPr>
          <p:cNvPr id="55" name="Image 5" descr="preencoded.png"/>
          <p:cNvPicPr/>
          <p:nvPr/>
        </p:nvPicPr>
        <p:blipFill>
          <a:blip r:embed="rId7"/>
          <a:stretch/>
        </p:blipFill>
        <p:spPr>
          <a:xfrm>
            <a:off x="4846320" y="3566160"/>
            <a:ext cx="548280" cy="548280"/>
          </a:xfrm>
          <a:prstGeom prst="rect">
            <a:avLst/>
          </a:prstGeom>
          <a:noFill/>
          <a:ln w="0">
            <a:noFill/>
          </a:ln>
        </p:spPr>
      </p:pic>
      <p:sp>
        <p:nvSpPr>
          <p:cNvPr id="56" name="Text 7"/>
          <p:cNvSpPr/>
          <p:nvPr/>
        </p:nvSpPr>
        <p:spPr>
          <a:xfrm>
            <a:off x="731520" y="13716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01</a:t>
            </a:r>
            <a:endParaRPr lang="fr-FR" sz="1500" b="0" u="none" strike="noStrike">
              <a:solidFill>
                <a:srgbClr val="000000"/>
              </a:solidFill>
              <a:effectLst/>
              <a:uFillTx/>
              <a:latin typeface="Calibri"/>
            </a:endParaRPr>
          </a:p>
        </p:txBody>
      </p:sp>
      <p:sp>
        <p:nvSpPr>
          <p:cNvPr id="57" name="Text 8"/>
          <p:cNvSpPr/>
          <p:nvPr/>
        </p:nvSpPr>
        <p:spPr>
          <a:xfrm>
            <a:off x="4846320" y="13716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02</a:t>
            </a:r>
            <a:endParaRPr lang="fr-FR" sz="1500" b="0" u="none" strike="noStrike">
              <a:solidFill>
                <a:srgbClr val="000000"/>
              </a:solidFill>
              <a:effectLst/>
              <a:uFillTx/>
              <a:latin typeface="Calibri"/>
            </a:endParaRPr>
          </a:p>
        </p:txBody>
      </p:sp>
      <p:sp>
        <p:nvSpPr>
          <p:cNvPr id="58" name="Text 9"/>
          <p:cNvSpPr/>
          <p:nvPr/>
        </p:nvSpPr>
        <p:spPr>
          <a:xfrm>
            <a:off x="73152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03</a:t>
            </a:r>
            <a:endParaRPr lang="fr-FR" sz="1500" b="0" u="none" strike="noStrike">
              <a:solidFill>
                <a:srgbClr val="000000"/>
              </a:solidFill>
              <a:effectLst/>
              <a:uFillTx/>
              <a:latin typeface="Calibri"/>
            </a:endParaRPr>
          </a:p>
        </p:txBody>
      </p:sp>
      <p:sp>
        <p:nvSpPr>
          <p:cNvPr id="59" name="Text 10"/>
          <p:cNvSpPr/>
          <p:nvPr/>
        </p:nvSpPr>
        <p:spPr>
          <a:xfrm>
            <a:off x="484632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04</a:t>
            </a:r>
            <a:endParaRPr lang="fr-FR" sz="1500" b="0" u="none" strike="noStrike">
              <a:solidFill>
                <a:srgbClr val="000000"/>
              </a:solidFill>
              <a:effectLst/>
              <a:uFillTx/>
              <a:latin typeface="Calibri"/>
            </a:endParaRPr>
          </a:p>
        </p:txBody>
      </p:sp>
      <p:sp>
        <p:nvSpPr>
          <p:cNvPr id="60" name="Text 11"/>
          <p:cNvSpPr/>
          <p:nvPr/>
        </p:nvSpPr>
        <p:spPr>
          <a:xfrm>
            <a:off x="731520" y="35661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05</a:t>
            </a:r>
            <a:endParaRPr lang="fr-FR" sz="1500" b="0" u="none" strike="noStrike">
              <a:solidFill>
                <a:srgbClr val="000000"/>
              </a:solidFill>
              <a:effectLst/>
              <a:uFillTx/>
              <a:latin typeface="Calibri"/>
            </a:endParaRPr>
          </a:p>
        </p:txBody>
      </p:sp>
      <p:sp>
        <p:nvSpPr>
          <p:cNvPr id="61" name="Text 12"/>
          <p:cNvSpPr/>
          <p:nvPr/>
        </p:nvSpPr>
        <p:spPr>
          <a:xfrm>
            <a:off x="4846320" y="35661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06</a:t>
            </a:r>
            <a:endParaRPr lang="fr-FR" sz="1500" b="0" u="none" strike="noStrike">
              <a:solidFill>
                <a:srgbClr val="000000"/>
              </a:solidFill>
              <a:effectLst/>
              <a:uFillTx/>
              <a:latin typeface="Calibri"/>
            </a:endParaRPr>
          </a:p>
        </p:txBody>
      </p:sp>
      <p:sp>
        <p:nvSpPr>
          <p:cNvPr id="62" name="PlaceHolder 2"/>
          <p:cNvSpPr>
            <a:spLocks noGrp="1"/>
          </p:cNvSpPr>
          <p:nvPr>
            <p:ph type="body" hasCustomPrompt="1"/>
          </p:nvPr>
        </p:nvSpPr>
        <p:spPr>
          <a:xfrm>
            <a:off x="1463040" y="1316880"/>
            <a:ext cx="2834280" cy="383760"/>
          </a:xfrm>
          <a:prstGeom prst="rect">
            <a:avLst/>
          </a:prstGeom>
          <a:noFill/>
          <a:ln w="0">
            <a:noFill/>
          </a:ln>
        </p:spPr>
        <p:txBody>
          <a:bodyPr lIns="90000" tIns="45000" rIns="90000" bIns="45000" anchor="t">
            <a:noAutofit/>
          </a:bodyPr>
          <a:lstStyle>
            <a:lvl1pPr indent="0" algn="l" defTabSz="914400">
              <a:lnSpc>
                <a:spcPct val="100000"/>
              </a:lnSpc>
              <a:spcBef>
                <a:spcPts val="261"/>
              </a:spcBef>
              <a:buNone/>
              <a:tabLst>
                <a:tab pos="0" algn="l"/>
              </a:tabLst>
              <a:defRPr lang="en-US" sz="1300" b="1" u="none" strike="noStrike">
                <a:solidFill>
                  <a:srgbClr val="12343B"/>
                </a:solidFill>
                <a:effectLst/>
                <a:uFillTx/>
                <a:latin typeface="Calibri"/>
                <a:ea typeface="Calibri"/>
              </a:defRPr>
            </a:lvl1pPr>
          </a:lstStyle>
          <a:p>
            <a:pPr indent="0" algn="l" defTabSz="914400">
              <a:lnSpc>
                <a:spcPct val="100000"/>
              </a:lnSpc>
              <a:spcBef>
                <a:spcPts val="261"/>
              </a:spcBef>
              <a:buNone/>
              <a:tabLst>
                <a:tab pos="0" algn="l"/>
              </a:tabLst>
            </a:pPr>
            <a:r>
              <a:rPr lang="en-US" sz="1300" b="1" u="none" strike="noStrike">
                <a:solidFill>
                  <a:srgbClr val="12343B"/>
                </a:solidFill>
                <a:effectLst/>
                <a:uFillTx/>
                <a:latin typeface="Calibri"/>
                <a:ea typeface="Calibri"/>
              </a:rPr>
              <a:t>Titre de l’intervention</a:t>
            </a:r>
            <a:endParaRPr lang="en-US" sz="1300" b="1" u="none" strike="noStrike">
              <a:solidFill>
                <a:srgbClr val="2F7F86"/>
              </a:solidFill>
              <a:effectLst/>
              <a:uFillTx/>
              <a:latin typeface="Calibri"/>
            </a:endParaRPr>
          </a:p>
        </p:txBody>
      </p:sp>
      <p:sp>
        <p:nvSpPr>
          <p:cNvPr id="63" name="PlaceHolder 3"/>
          <p:cNvSpPr>
            <a:spLocks noGrp="1"/>
          </p:cNvSpPr>
          <p:nvPr>
            <p:ph type="body" hasCustomPrompt="1"/>
          </p:nvPr>
        </p:nvSpPr>
        <p:spPr>
          <a:xfrm>
            <a:off x="5577840" y="1316880"/>
            <a:ext cx="2834280" cy="383760"/>
          </a:xfrm>
          <a:prstGeom prst="rect">
            <a:avLst/>
          </a:prstGeom>
          <a:noFill/>
          <a:ln w="0">
            <a:noFill/>
          </a:ln>
        </p:spPr>
        <p:txBody>
          <a:bodyPr lIns="90000" tIns="45000" rIns="90000" bIns="45000" anchor="t">
            <a:noAutofit/>
          </a:bodyPr>
          <a:lstStyle>
            <a:lvl1pPr indent="0" algn="l" defTabSz="914400">
              <a:lnSpc>
                <a:spcPct val="100000"/>
              </a:lnSpc>
              <a:spcBef>
                <a:spcPts val="261"/>
              </a:spcBef>
              <a:buNone/>
              <a:tabLst>
                <a:tab pos="0" algn="l"/>
              </a:tabLst>
              <a:defRPr lang="en-US" sz="1300" b="1" u="none" strike="noStrike">
                <a:solidFill>
                  <a:srgbClr val="12343B"/>
                </a:solidFill>
                <a:effectLst/>
                <a:uFillTx/>
                <a:latin typeface="Calibri"/>
                <a:ea typeface="Calibri"/>
              </a:defRPr>
            </a:lvl1pPr>
          </a:lstStyle>
          <a:p>
            <a:pPr indent="0" algn="l" defTabSz="914400">
              <a:lnSpc>
                <a:spcPct val="100000"/>
              </a:lnSpc>
              <a:spcBef>
                <a:spcPts val="261"/>
              </a:spcBef>
              <a:buNone/>
              <a:tabLst>
                <a:tab pos="0" algn="l"/>
              </a:tabLst>
            </a:pPr>
            <a:r>
              <a:rPr lang="en-US" sz="1300" b="1" u="none" strike="noStrike">
                <a:solidFill>
                  <a:srgbClr val="12343B"/>
                </a:solidFill>
                <a:effectLst/>
                <a:uFillTx/>
                <a:latin typeface="Calibri"/>
                <a:ea typeface="Calibri"/>
              </a:rPr>
              <a:t>Titre de l’intervention</a:t>
            </a:r>
            <a:endParaRPr lang="en-US" sz="1300" b="1" u="none" strike="noStrike">
              <a:solidFill>
                <a:srgbClr val="2F7F86"/>
              </a:solidFill>
              <a:effectLst/>
              <a:uFillTx/>
              <a:latin typeface="Calibri"/>
            </a:endParaRPr>
          </a:p>
        </p:txBody>
      </p:sp>
      <p:sp>
        <p:nvSpPr>
          <p:cNvPr id="64" name="PlaceHolder 4"/>
          <p:cNvSpPr>
            <a:spLocks noGrp="1"/>
          </p:cNvSpPr>
          <p:nvPr>
            <p:ph type="body" hasCustomPrompt="1"/>
          </p:nvPr>
        </p:nvSpPr>
        <p:spPr>
          <a:xfrm>
            <a:off x="1463040" y="2414160"/>
            <a:ext cx="2834280" cy="383760"/>
          </a:xfrm>
          <a:prstGeom prst="rect">
            <a:avLst/>
          </a:prstGeom>
          <a:noFill/>
          <a:ln w="0">
            <a:noFill/>
          </a:ln>
        </p:spPr>
        <p:txBody>
          <a:bodyPr lIns="90000" tIns="45000" rIns="90000" bIns="45000" anchor="t">
            <a:noAutofit/>
          </a:bodyPr>
          <a:lstStyle>
            <a:lvl1pPr indent="0" algn="l" defTabSz="914400">
              <a:lnSpc>
                <a:spcPct val="100000"/>
              </a:lnSpc>
              <a:spcBef>
                <a:spcPts val="261"/>
              </a:spcBef>
              <a:buNone/>
              <a:tabLst>
                <a:tab pos="0" algn="l"/>
              </a:tabLst>
              <a:defRPr lang="en-US" sz="1300" b="1" u="none" strike="noStrike">
                <a:solidFill>
                  <a:srgbClr val="12343B"/>
                </a:solidFill>
                <a:effectLst/>
                <a:uFillTx/>
                <a:latin typeface="Calibri"/>
                <a:ea typeface="Calibri"/>
              </a:defRPr>
            </a:lvl1pPr>
          </a:lstStyle>
          <a:p>
            <a:pPr indent="0" algn="l" defTabSz="914400">
              <a:lnSpc>
                <a:spcPct val="100000"/>
              </a:lnSpc>
              <a:spcBef>
                <a:spcPts val="261"/>
              </a:spcBef>
              <a:buNone/>
              <a:tabLst>
                <a:tab pos="0" algn="l"/>
              </a:tabLst>
            </a:pPr>
            <a:r>
              <a:rPr lang="en-US" sz="1300" b="1" u="none" strike="noStrike">
                <a:solidFill>
                  <a:srgbClr val="12343B"/>
                </a:solidFill>
                <a:effectLst/>
                <a:uFillTx/>
                <a:latin typeface="Calibri"/>
                <a:ea typeface="Calibri"/>
              </a:rPr>
              <a:t>Titre de l’intervention</a:t>
            </a:r>
            <a:endParaRPr lang="en-US" sz="1300" b="1" u="none" strike="noStrike">
              <a:solidFill>
                <a:srgbClr val="2F7F86"/>
              </a:solidFill>
              <a:effectLst/>
              <a:uFillTx/>
              <a:latin typeface="Calibri"/>
            </a:endParaRPr>
          </a:p>
        </p:txBody>
      </p:sp>
      <p:sp>
        <p:nvSpPr>
          <p:cNvPr id="65" name="PlaceHolder 5"/>
          <p:cNvSpPr>
            <a:spLocks noGrp="1"/>
          </p:cNvSpPr>
          <p:nvPr>
            <p:ph type="body" hasCustomPrompt="1"/>
          </p:nvPr>
        </p:nvSpPr>
        <p:spPr>
          <a:xfrm>
            <a:off x="5577840" y="2414160"/>
            <a:ext cx="2834280" cy="383760"/>
          </a:xfrm>
          <a:prstGeom prst="rect">
            <a:avLst/>
          </a:prstGeom>
          <a:noFill/>
          <a:ln w="0">
            <a:noFill/>
          </a:ln>
        </p:spPr>
        <p:txBody>
          <a:bodyPr lIns="90000" tIns="45000" rIns="90000" bIns="45000" anchor="t">
            <a:noAutofit/>
          </a:bodyPr>
          <a:lstStyle>
            <a:lvl1pPr indent="0" algn="l" defTabSz="914400">
              <a:lnSpc>
                <a:spcPct val="100000"/>
              </a:lnSpc>
              <a:spcBef>
                <a:spcPts val="261"/>
              </a:spcBef>
              <a:buNone/>
              <a:tabLst>
                <a:tab pos="0" algn="l"/>
              </a:tabLst>
              <a:defRPr lang="en-US" sz="1300" b="1" u="none" strike="noStrike">
                <a:solidFill>
                  <a:srgbClr val="12343B"/>
                </a:solidFill>
                <a:effectLst/>
                <a:uFillTx/>
                <a:latin typeface="Calibri"/>
                <a:ea typeface="Calibri"/>
              </a:defRPr>
            </a:lvl1pPr>
          </a:lstStyle>
          <a:p>
            <a:pPr indent="0" algn="l" defTabSz="914400">
              <a:lnSpc>
                <a:spcPct val="100000"/>
              </a:lnSpc>
              <a:spcBef>
                <a:spcPts val="261"/>
              </a:spcBef>
              <a:buNone/>
              <a:tabLst>
                <a:tab pos="0" algn="l"/>
              </a:tabLst>
            </a:pPr>
            <a:r>
              <a:rPr lang="en-US" sz="1300" b="1" u="none" strike="noStrike">
                <a:solidFill>
                  <a:srgbClr val="12343B"/>
                </a:solidFill>
                <a:effectLst/>
                <a:uFillTx/>
                <a:latin typeface="Calibri"/>
                <a:ea typeface="Calibri"/>
              </a:rPr>
              <a:t>Titre de l’intervention</a:t>
            </a:r>
            <a:endParaRPr lang="en-US" sz="1300" b="1" u="none" strike="noStrike">
              <a:solidFill>
                <a:srgbClr val="2F7F86"/>
              </a:solidFill>
              <a:effectLst/>
              <a:uFillTx/>
              <a:latin typeface="Calibri"/>
            </a:endParaRPr>
          </a:p>
        </p:txBody>
      </p:sp>
      <p:sp>
        <p:nvSpPr>
          <p:cNvPr id="66" name="PlaceHolder 6"/>
          <p:cNvSpPr>
            <a:spLocks noGrp="1"/>
          </p:cNvSpPr>
          <p:nvPr>
            <p:ph type="body" hasCustomPrompt="1"/>
          </p:nvPr>
        </p:nvSpPr>
        <p:spPr>
          <a:xfrm>
            <a:off x="1463040" y="3511440"/>
            <a:ext cx="2834280" cy="383760"/>
          </a:xfrm>
          <a:prstGeom prst="rect">
            <a:avLst/>
          </a:prstGeom>
          <a:noFill/>
          <a:ln w="0">
            <a:noFill/>
          </a:ln>
        </p:spPr>
        <p:txBody>
          <a:bodyPr lIns="90000" tIns="45000" rIns="90000" bIns="45000" anchor="t">
            <a:noAutofit/>
          </a:bodyPr>
          <a:lstStyle>
            <a:lvl1pPr indent="0" algn="l" defTabSz="914400">
              <a:lnSpc>
                <a:spcPct val="100000"/>
              </a:lnSpc>
              <a:spcBef>
                <a:spcPts val="261"/>
              </a:spcBef>
              <a:buNone/>
              <a:tabLst>
                <a:tab pos="0" algn="l"/>
              </a:tabLst>
              <a:defRPr lang="en-US" sz="1300" b="1" u="none" strike="noStrike">
                <a:solidFill>
                  <a:srgbClr val="12343B"/>
                </a:solidFill>
                <a:effectLst/>
                <a:uFillTx/>
                <a:latin typeface="Calibri"/>
                <a:ea typeface="Calibri"/>
              </a:defRPr>
            </a:lvl1pPr>
          </a:lstStyle>
          <a:p>
            <a:pPr indent="0" algn="l" defTabSz="914400">
              <a:lnSpc>
                <a:spcPct val="100000"/>
              </a:lnSpc>
              <a:spcBef>
                <a:spcPts val="261"/>
              </a:spcBef>
              <a:buNone/>
              <a:tabLst>
                <a:tab pos="0" algn="l"/>
              </a:tabLst>
            </a:pPr>
            <a:r>
              <a:rPr lang="en-US" sz="1300" b="1" u="none" strike="noStrike">
                <a:solidFill>
                  <a:srgbClr val="12343B"/>
                </a:solidFill>
                <a:effectLst/>
                <a:uFillTx/>
                <a:latin typeface="Calibri"/>
                <a:ea typeface="Calibri"/>
              </a:rPr>
              <a:t>Titre de l’intervention</a:t>
            </a:r>
            <a:endParaRPr lang="en-US" sz="1300" b="1" u="none" strike="noStrike">
              <a:solidFill>
                <a:srgbClr val="2F7F86"/>
              </a:solidFill>
              <a:effectLst/>
              <a:uFillTx/>
              <a:latin typeface="Calibri"/>
            </a:endParaRPr>
          </a:p>
        </p:txBody>
      </p:sp>
      <p:sp>
        <p:nvSpPr>
          <p:cNvPr id="67" name="PlaceHolder 7"/>
          <p:cNvSpPr>
            <a:spLocks noGrp="1"/>
          </p:cNvSpPr>
          <p:nvPr>
            <p:ph type="body" hasCustomPrompt="1"/>
          </p:nvPr>
        </p:nvSpPr>
        <p:spPr>
          <a:xfrm>
            <a:off x="5577840" y="3511440"/>
            <a:ext cx="2834280" cy="383760"/>
          </a:xfrm>
          <a:prstGeom prst="rect">
            <a:avLst/>
          </a:prstGeom>
          <a:noFill/>
          <a:ln w="0">
            <a:noFill/>
          </a:ln>
        </p:spPr>
        <p:txBody>
          <a:bodyPr lIns="90000" tIns="45000" rIns="90000" bIns="45000" anchor="t">
            <a:noAutofit/>
          </a:bodyPr>
          <a:lstStyle>
            <a:lvl1pPr indent="0" algn="l" defTabSz="914400">
              <a:lnSpc>
                <a:spcPct val="100000"/>
              </a:lnSpc>
              <a:spcBef>
                <a:spcPts val="261"/>
              </a:spcBef>
              <a:buNone/>
              <a:tabLst>
                <a:tab pos="0" algn="l"/>
              </a:tabLst>
              <a:defRPr lang="en-US" sz="1300" b="1" u="none" strike="noStrike">
                <a:solidFill>
                  <a:srgbClr val="12343B"/>
                </a:solidFill>
                <a:effectLst/>
                <a:uFillTx/>
                <a:latin typeface="Calibri"/>
                <a:ea typeface="Calibri"/>
              </a:defRPr>
            </a:lvl1pPr>
          </a:lstStyle>
          <a:p>
            <a:pPr indent="0" algn="l" defTabSz="914400">
              <a:lnSpc>
                <a:spcPct val="100000"/>
              </a:lnSpc>
              <a:spcBef>
                <a:spcPts val="261"/>
              </a:spcBef>
              <a:buNone/>
              <a:tabLst>
                <a:tab pos="0" algn="l"/>
              </a:tabLst>
            </a:pPr>
            <a:r>
              <a:rPr lang="en-US" sz="1300" b="1" u="none" strike="noStrike">
                <a:solidFill>
                  <a:srgbClr val="12343B"/>
                </a:solidFill>
                <a:effectLst/>
                <a:uFillTx/>
                <a:latin typeface="Calibri"/>
                <a:ea typeface="Calibri"/>
              </a:rPr>
              <a:t>Titre de l’intervention</a:t>
            </a:r>
            <a:endParaRPr lang="en-US" sz="1300" b="1" u="none" strike="noStrike">
              <a:solidFill>
                <a:srgbClr val="2F7F86"/>
              </a:solidFill>
              <a:effectLst/>
              <a:uFillTx/>
              <a:latin typeface="Calibri"/>
            </a:endParaRPr>
          </a:p>
        </p:txBody>
      </p:sp>
      <p:sp>
        <p:nvSpPr>
          <p:cNvPr id="68" name="PlaceHolder 8"/>
          <p:cNvSpPr>
            <a:spLocks noGrp="1"/>
          </p:cNvSpPr>
          <p:nvPr>
            <p:ph type="body" hasCustomPrompt="1"/>
          </p:nvPr>
        </p:nvSpPr>
        <p:spPr>
          <a:xfrm>
            <a:off x="1463040" y="1719000"/>
            <a:ext cx="2011320" cy="255600"/>
          </a:xfrm>
          <a:prstGeom prst="rect">
            <a:avLst/>
          </a:prstGeom>
          <a:noFill/>
          <a:ln w="0">
            <a:noFill/>
          </a:ln>
        </p:spPr>
        <p:txBody>
          <a:bodyPr lIns="90000" tIns="45000" rIns="90000" bIns="45000" anchor="t">
            <a:noAutofit/>
          </a:bodyPr>
          <a:lstStyle>
            <a:lvl1pPr indent="0" algn="l" defTabSz="914400">
              <a:lnSpc>
                <a:spcPct val="100000"/>
              </a:lnSpc>
              <a:spcBef>
                <a:spcPts val="221"/>
              </a:spcBef>
              <a:buNone/>
              <a:tabLst>
                <a:tab pos="0" algn="l"/>
              </a:tabLst>
              <a:defRPr lang="en-US" sz="1100" b="0" u="none" strike="noStrike">
                <a:solidFill>
                  <a:srgbClr val="5B6B70"/>
                </a:solidFill>
                <a:effectLst/>
                <a:uFillTx/>
                <a:latin typeface="Calibri"/>
                <a:ea typeface="Calibri"/>
              </a:defRPr>
            </a:lvl1pPr>
          </a:lstStyle>
          <a:p>
            <a:pPr indent="0" algn="l" defTabSz="914400">
              <a:lnSpc>
                <a:spcPct val="100000"/>
              </a:lnSpc>
              <a:spcBef>
                <a:spcPts val="221"/>
              </a:spcBef>
              <a:buNone/>
              <a:tabLst>
                <a:tab pos="0" algn="l"/>
              </a:tabLst>
            </a:pPr>
            <a:r>
              <a:rPr lang="en-US" sz="1100" b="0" u="none" strike="noStrike">
                <a:solidFill>
                  <a:srgbClr val="5B6B70"/>
                </a:solidFill>
                <a:effectLst/>
                <a:uFillTx/>
                <a:latin typeface="Calibri"/>
                <a:ea typeface="Calibri"/>
              </a:rPr>
              <a:t>Intervenant</a:t>
            </a:r>
            <a:endParaRPr lang="en-US" sz="1100" b="1" u="none" strike="noStrike">
              <a:solidFill>
                <a:srgbClr val="2F7F86"/>
              </a:solidFill>
              <a:effectLst/>
              <a:uFillTx/>
              <a:latin typeface="Calibri"/>
            </a:endParaRPr>
          </a:p>
        </p:txBody>
      </p:sp>
      <p:sp>
        <p:nvSpPr>
          <p:cNvPr id="69" name="PlaceHolder 9"/>
          <p:cNvSpPr>
            <a:spLocks noGrp="1"/>
          </p:cNvSpPr>
          <p:nvPr>
            <p:ph type="body" hasCustomPrompt="1"/>
          </p:nvPr>
        </p:nvSpPr>
        <p:spPr>
          <a:xfrm>
            <a:off x="5577840" y="1719000"/>
            <a:ext cx="2011320" cy="255600"/>
          </a:xfrm>
          <a:prstGeom prst="rect">
            <a:avLst/>
          </a:prstGeom>
          <a:noFill/>
          <a:ln w="0">
            <a:noFill/>
          </a:ln>
        </p:spPr>
        <p:txBody>
          <a:bodyPr lIns="90000" tIns="45000" rIns="90000" bIns="45000" anchor="t">
            <a:noAutofit/>
          </a:bodyPr>
          <a:lstStyle>
            <a:lvl1pPr indent="0" algn="l" defTabSz="914400">
              <a:lnSpc>
                <a:spcPct val="100000"/>
              </a:lnSpc>
              <a:spcBef>
                <a:spcPts val="221"/>
              </a:spcBef>
              <a:buNone/>
              <a:tabLst>
                <a:tab pos="0" algn="l"/>
              </a:tabLst>
              <a:defRPr lang="en-US" sz="1100" b="0" u="none" strike="noStrike">
                <a:solidFill>
                  <a:srgbClr val="5B6B70"/>
                </a:solidFill>
                <a:effectLst/>
                <a:uFillTx/>
                <a:latin typeface="Calibri"/>
                <a:ea typeface="Calibri"/>
              </a:defRPr>
            </a:lvl1pPr>
          </a:lstStyle>
          <a:p>
            <a:pPr indent="0" algn="l" defTabSz="914400">
              <a:lnSpc>
                <a:spcPct val="100000"/>
              </a:lnSpc>
              <a:spcBef>
                <a:spcPts val="221"/>
              </a:spcBef>
              <a:buNone/>
              <a:tabLst>
                <a:tab pos="0" algn="l"/>
              </a:tabLst>
            </a:pPr>
            <a:r>
              <a:rPr lang="en-US" sz="1100" b="0" u="none" strike="noStrike">
                <a:solidFill>
                  <a:srgbClr val="5B6B70"/>
                </a:solidFill>
                <a:effectLst/>
                <a:uFillTx/>
                <a:latin typeface="Calibri"/>
                <a:ea typeface="Calibri"/>
              </a:rPr>
              <a:t>Intervenant</a:t>
            </a:r>
            <a:endParaRPr lang="en-US" sz="1100" b="1" u="none" strike="noStrike">
              <a:solidFill>
                <a:srgbClr val="2F7F86"/>
              </a:solidFill>
              <a:effectLst/>
              <a:uFillTx/>
              <a:latin typeface="Calibri"/>
            </a:endParaRPr>
          </a:p>
        </p:txBody>
      </p:sp>
      <p:sp>
        <p:nvSpPr>
          <p:cNvPr id="70" name="PlaceHolder 10"/>
          <p:cNvSpPr>
            <a:spLocks noGrp="1"/>
          </p:cNvSpPr>
          <p:nvPr>
            <p:ph type="body" hasCustomPrompt="1"/>
          </p:nvPr>
        </p:nvSpPr>
        <p:spPr>
          <a:xfrm>
            <a:off x="1463040" y="2816280"/>
            <a:ext cx="2011320" cy="255600"/>
          </a:xfrm>
          <a:prstGeom prst="rect">
            <a:avLst/>
          </a:prstGeom>
          <a:noFill/>
          <a:ln w="0">
            <a:noFill/>
          </a:ln>
        </p:spPr>
        <p:txBody>
          <a:bodyPr lIns="90000" tIns="45000" rIns="90000" bIns="45000" anchor="t">
            <a:noAutofit/>
          </a:bodyPr>
          <a:lstStyle>
            <a:lvl1pPr indent="0" algn="l" defTabSz="914400">
              <a:lnSpc>
                <a:spcPct val="100000"/>
              </a:lnSpc>
              <a:spcBef>
                <a:spcPts val="221"/>
              </a:spcBef>
              <a:buNone/>
              <a:tabLst>
                <a:tab pos="0" algn="l"/>
              </a:tabLst>
              <a:defRPr lang="en-US" sz="1100" b="0" u="none" strike="noStrike">
                <a:solidFill>
                  <a:srgbClr val="5B6B70"/>
                </a:solidFill>
                <a:effectLst/>
                <a:uFillTx/>
                <a:latin typeface="Calibri"/>
                <a:ea typeface="Calibri"/>
              </a:defRPr>
            </a:lvl1pPr>
          </a:lstStyle>
          <a:p>
            <a:pPr indent="0" algn="l" defTabSz="914400">
              <a:lnSpc>
                <a:spcPct val="100000"/>
              </a:lnSpc>
              <a:spcBef>
                <a:spcPts val="221"/>
              </a:spcBef>
              <a:buNone/>
              <a:tabLst>
                <a:tab pos="0" algn="l"/>
              </a:tabLst>
            </a:pPr>
            <a:r>
              <a:rPr lang="en-US" sz="1100" b="0" u="none" strike="noStrike">
                <a:solidFill>
                  <a:srgbClr val="5B6B70"/>
                </a:solidFill>
                <a:effectLst/>
                <a:uFillTx/>
                <a:latin typeface="Calibri"/>
                <a:ea typeface="Calibri"/>
              </a:rPr>
              <a:t>Intervenant</a:t>
            </a:r>
            <a:endParaRPr lang="en-US" sz="1100" b="1" u="none" strike="noStrike">
              <a:solidFill>
                <a:srgbClr val="2F7F86"/>
              </a:solidFill>
              <a:effectLst/>
              <a:uFillTx/>
              <a:latin typeface="Calibri"/>
            </a:endParaRPr>
          </a:p>
        </p:txBody>
      </p:sp>
      <p:sp>
        <p:nvSpPr>
          <p:cNvPr id="71" name="PlaceHolder 11"/>
          <p:cNvSpPr>
            <a:spLocks noGrp="1"/>
          </p:cNvSpPr>
          <p:nvPr>
            <p:ph type="body" hasCustomPrompt="1"/>
          </p:nvPr>
        </p:nvSpPr>
        <p:spPr>
          <a:xfrm>
            <a:off x="5577840" y="2816280"/>
            <a:ext cx="2011320" cy="255600"/>
          </a:xfrm>
          <a:prstGeom prst="rect">
            <a:avLst/>
          </a:prstGeom>
          <a:noFill/>
          <a:ln w="0">
            <a:noFill/>
          </a:ln>
        </p:spPr>
        <p:txBody>
          <a:bodyPr lIns="90000" tIns="45000" rIns="90000" bIns="45000" anchor="t">
            <a:noAutofit/>
          </a:bodyPr>
          <a:lstStyle>
            <a:lvl1pPr indent="0" algn="l" defTabSz="914400">
              <a:lnSpc>
                <a:spcPct val="100000"/>
              </a:lnSpc>
              <a:spcBef>
                <a:spcPts val="221"/>
              </a:spcBef>
              <a:buNone/>
              <a:tabLst>
                <a:tab pos="0" algn="l"/>
              </a:tabLst>
              <a:defRPr lang="en-US" sz="1100" b="0" u="none" strike="noStrike">
                <a:solidFill>
                  <a:srgbClr val="5B6B70"/>
                </a:solidFill>
                <a:effectLst/>
                <a:uFillTx/>
                <a:latin typeface="Calibri"/>
                <a:ea typeface="Calibri"/>
              </a:defRPr>
            </a:lvl1pPr>
          </a:lstStyle>
          <a:p>
            <a:pPr indent="0" algn="l" defTabSz="914400">
              <a:lnSpc>
                <a:spcPct val="100000"/>
              </a:lnSpc>
              <a:spcBef>
                <a:spcPts val="221"/>
              </a:spcBef>
              <a:buNone/>
              <a:tabLst>
                <a:tab pos="0" algn="l"/>
              </a:tabLst>
            </a:pPr>
            <a:r>
              <a:rPr lang="en-US" sz="1100" b="0" u="none" strike="noStrike">
                <a:solidFill>
                  <a:srgbClr val="5B6B70"/>
                </a:solidFill>
                <a:effectLst/>
                <a:uFillTx/>
                <a:latin typeface="Calibri"/>
                <a:ea typeface="Calibri"/>
              </a:rPr>
              <a:t>Intervenant</a:t>
            </a:r>
            <a:endParaRPr lang="en-US" sz="1100" b="1" u="none" strike="noStrike">
              <a:solidFill>
                <a:srgbClr val="2F7F86"/>
              </a:solidFill>
              <a:effectLst/>
              <a:uFillTx/>
              <a:latin typeface="Calibri"/>
            </a:endParaRPr>
          </a:p>
        </p:txBody>
      </p:sp>
      <p:sp>
        <p:nvSpPr>
          <p:cNvPr id="72" name="PlaceHolder 12"/>
          <p:cNvSpPr>
            <a:spLocks noGrp="1"/>
          </p:cNvSpPr>
          <p:nvPr>
            <p:ph type="body" hasCustomPrompt="1"/>
          </p:nvPr>
        </p:nvSpPr>
        <p:spPr>
          <a:xfrm>
            <a:off x="1463040" y="3913560"/>
            <a:ext cx="2011320" cy="255600"/>
          </a:xfrm>
          <a:prstGeom prst="rect">
            <a:avLst/>
          </a:prstGeom>
          <a:noFill/>
          <a:ln w="0">
            <a:noFill/>
          </a:ln>
        </p:spPr>
        <p:txBody>
          <a:bodyPr lIns="90000" tIns="45000" rIns="90000" bIns="45000" anchor="t">
            <a:noAutofit/>
          </a:bodyPr>
          <a:lstStyle>
            <a:lvl1pPr indent="0" algn="l" defTabSz="914400">
              <a:lnSpc>
                <a:spcPct val="100000"/>
              </a:lnSpc>
              <a:spcBef>
                <a:spcPts val="221"/>
              </a:spcBef>
              <a:buNone/>
              <a:tabLst>
                <a:tab pos="0" algn="l"/>
              </a:tabLst>
              <a:defRPr lang="en-US" sz="1100" b="0" u="none" strike="noStrike">
                <a:solidFill>
                  <a:srgbClr val="5B6B70"/>
                </a:solidFill>
                <a:effectLst/>
                <a:uFillTx/>
                <a:latin typeface="Calibri"/>
                <a:ea typeface="Calibri"/>
              </a:defRPr>
            </a:lvl1pPr>
          </a:lstStyle>
          <a:p>
            <a:pPr indent="0" algn="l" defTabSz="914400">
              <a:lnSpc>
                <a:spcPct val="100000"/>
              </a:lnSpc>
              <a:spcBef>
                <a:spcPts val="221"/>
              </a:spcBef>
              <a:buNone/>
              <a:tabLst>
                <a:tab pos="0" algn="l"/>
              </a:tabLst>
            </a:pPr>
            <a:r>
              <a:rPr lang="en-US" sz="1100" b="0" u="none" strike="noStrike">
                <a:solidFill>
                  <a:srgbClr val="5B6B70"/>
                </a:solidFill>
                <a:effectLst/>
                <a:uFillTx/>
                <a:latin typeface="Calibri"/>
                <a:ea typeface="Calibri"/>
              </a:rPr>
              <a:t>Intervenant</a:t>
            </a:r>
            <a:endParaRPr lang="en-US" sz="1100" b="1" u="none" strike="noStrike">
              <a:solidFill>
                <a:srgbClr val="2F7F86"/>
              </a:solidFill>
              <a:effectLst/>
              <a:uFillTx/>
              <a:latin typeface="Calibri"/>
            </a:endParaRPr>
          </a:p>
        </p:txBody>
      </p:sp>
      <p:sp>
        <p:nvSpPr>
          <p:cNvPr id="73" name="PlaceHolder 13"/>
          <p:cNvSpPr>
            <a:spLocks noGrp="1"/>
          </p:cNvSpPr>
          <p:nvPr>
            <p:ph type="body" hasCustomPrompt="1"/>
          </p:nvPr>
        </p:nvSpPr>
        <p:spPr>
          <a:xfrm>
            <a:off x="5577840" y="3913560"/>
            <a:ext cx="2011320" cy="255600"/>
          </a:xfrm>
          <a:prstGeom prst="rect">
            <a:avLst/>
          </a:prstGeom>
          <a:noFill/>
          <a:ln w="0">
            <a:noFill/>
          </a:ln>
        </p:spPr>
        <p:txBody>
          <a:bodyPr lIns="90000" tIns="45000" rIns="90000" bIns="45000" anchor="t">
            <a:noAutofit/>
          </a:bodyPr>
          <a:lstStyle>
            <a:lvl1pPr indent="0" algn="l" defTabSz="914400">
              <a:lnSpc>
                <a:spcPct val="100000"/>
              </a:lnSpc>
              <a:spcBef>
                <a:spcPts val="221"/>
              </a:spcBef>
              <a:buNone/>
              <a:tabLst>
                <a:tab pos="0" algn="l"/>
              </a:tabLst>
              <a:defRPr lang="en-US" sz="1100" b="0" u="none" strike="noStrike">
                <a:solidFill>
                  <a:srgbClr val="5B6B70"/>
                </a:solidFill>
                <a:effectLst/>
                <a:uFillTx/>
                <a:latin typeface="Calibri"/>
                <a:ea typeface="Calibri"/>
              </a:defRPr>
            </a:lvl1pPr>
          </a:lstStyle>
          <a:p>
            <a:pPr indent="0" algn="l" defTabSz="914400">
              <a:lnSpc>
                <a:spcPct val="100000"/>
              </a:lnSpc>
              <a:spcBef>
                <a:spcPts val="221"/>
              </a:spcBef>
              <a:buNone/>
              <a:tabLst>
                <a:tab pos="0" algn="l"/>
              </a:tabLst>
            </a:pPr>
            <a:r>
              <a:rPr lang="en-US" sz="1100" b="0" u="none" strike="noStrike">
                <a:solidFill>
                  <a:srgbClr val="5B6B70"/>
                </a:solidFill>
                <a:effectLst/>
                <a:uFillTx/>
                <a:latin typeface="Calibri"/>
                <a:ea typeface="Calibri"/>
              </a:rPr>
              <a:t>Intervenant</a:t>
            </a:r>
            <a:endParaRPr lang="en-US" sz="1100" b="1" u="none" strike="noStrike">
              <a:solidFill>
                <a:srgbClr val="2F7F86"/>
              </a:solidFill>
              <a:effectLst/>
              <a:uFillTx/>
              <a:latin typeface="Calibri"/>
            </a:endParaRPr>
          </a:p>
        </p:txBody>
      </p:sp>
      <p:sp>
        <p:nvSpPr>
          <p:cNvPr id="74" name="PlaceHolder 14"/>
          <p:cNvSpPr>
            <a:spLocks noGrp="1"/>
          </p:cNvSpPr>
          <p:nvPr>
            <p:ph type="body" hasCustomPrompt="1"/>
          </p:nvPr>
        </p:nvSpPr>
        <p:spPr>
          <a:xfrm>
            <a:off x="3474720" y="1719000"/>
            <a:ext cx="822600" cy="255600"/>
          </a:xfrm>
          <a:prstGeom prst="rect">
            <a:avLst/>
          </a:prstGeom>
          <a:noFill/>
          <a:ln w="0">
            <a:noFill/>
          </a:ln>
        </p:spPr>
        <p:txBody>
          <a:bodyPr lIns="90000" tIns="45000" rIns="90000" bIns="45000" anchor="t">
            <a:noAutofit/>
          </a:bodyPr>
          <a:lstStyle>
            <a:lvl1pPr indent="0" algn="r" defTabSz="914400">
              <a:lnSpc>
                <a:spcPct val="100000"/>
              </a:lnSpc>
              <a:spcBef>
                <a:spcPts val="221"/>
              </a:spcBef>
              <a:buNone/>
              <a:tabLst>
                <a:tab pos="0" algn="l"/>
              </a:tabLst>
              <a:defRPr lang="en-US" sz="1100" b="1" u="none" strike="noStrike">
                <a:solidFill>
                  <a:srgbClr val="2F7F86"/>
                </a:solidFill>
                <a:effectLst/>
                <a:uFillTx/>
                <a:latin typeface="Calibri"/>
                <a:ea typeface="Calibri"/>
              </a:defRPr>
            </a:lvl1pPr>
          </a:lstStyle>
          <a:p>
            <a:pPr indent="0" algn="r" defTabSz="914400">
              <a:lnSpc>
                <a:spcPct val="100000"/>
              </a:lnSpc>
              <a:spcBef>
                <a:spcPts val="221"/>
              </a:spcBef>
              <a:buNone/>
              <a:tabLst>
                <a:tab pos="0" algn="l"/>
              </a:tabLst>
            </a:pPr>
            <a:r>
              <a:rPr lang="en-US" sz="1100" b="1" u="none" strike="noStrike">
                <a:solidFill>
                  <a:srgbClr val="2F7F86"/>
                </a:solidFill>
                <a:effectLst/>
                <a:uFillTx/>
                <a:latin typeface="Calibri"/>
                <a:ea typeface="Calibri"/>
              </a:rPr>
              <a:t>Horaire</a:t>
            </a:r>
            <a:endParaRPr lang="en-US" sz="1100" b="1" u="none" strike="noStrike">
              <a:solidFill>
                <a:srgbClr val="2F7F86"/>
              </a:solidFill>
              <a:effectLst/>
              <a:uFillTx/>
              <a:latin typeface="Calibri"/>
            </a:endParaRPr>
          </a:p>
        </p:txBody>
      </p:sp>
      <p:sp>
        <p:nvSpPr>
          <p:cNvPr id="75" name="PlaceHolder 15"/>
          <p:cNvSpPr>
            <a:spLocks noGrp="1"/>
          </p:cNvSpPr>
          <p:nvPr>
            <p:ph type="body" hasCustomPrompt="1"/>
          </p:nvPr>
        </p:nvSpPr>
        <p:spPr>
          <a:xfrm>
            <a:off x="7589520" y="1719000"/>
            <a:ext cx="822600" cy="255600"/>
          </a:xfrm>
          <a:prstGeom prst="rect">
            <a:avLst/>
          </a:prstGeom>
          <a:noFill/>
          <a:ln w="0">
            <a:noFill/>
          </a:ln>
        </p:spPr>
        <p:txBody>
          <a:bodyPr lIns="90000" tIns="45000" rIns="90000" bIns="45000" anchor="t">
            <a:noAutofit/>
          </a:bodyPr>
          <a:lstStyle>
            <a:lvl1pPr indent="0" algn="r" defTabSz="914400">
              <a:lnSpc>
                <a:spcPct val="100000"/>
              </a:lnSpc>
              <a:spcBef>
                <a:spcPts val="221"/>
              </a:spcBef>
              <a:buNone/>
              <a:tabLst>
                <a:tab pos="0" algn="l"/>
              </a:tabLst>
              <a:defRPr lang="en-US" sz="1100" b="1" u="none" strike="noStrike">
                <a:solidFill>
                  <a:srgbClr val="2F7F86"/>
                </a:solidFill>
                <a:effectLst/>
                <a:uFillTx/>
                <a:latin typeface="Calibri"/>
                <a:ea typeface="Calibri"/>
              </a:defRPr>
            </a:lvl1pPr>
          </a:lstStyle>
          <a:p>
            <a:pPr indent="0" algn="r" defTabSz="914400">
              <a:lnSpc>
                <a:spcPct val="100000"/>
              </a:lnSpc>
              <a:spcBef>
                <a:spcPts val="221"/>
              </a:spcBef>
              <a:buNone/>
              <a:tabLst>
                <a:tab pos="0" algn="l"/>
              </a:tabLst>
            </a:pPr>
            <a:r>
              <a:rPr lang="en-US" sz="1100" b="1" u="none" strike="noStrike">
                <a:solidFill>
                  <a:srgbClr val="2F7F86"/>
                </a:solidFill>
                <a:effectLst/>
                <a:uFillTx/>
                <a:latin typeface="Calibri"/>
                <a:ea typeface="Calibri"/>
              </a:rPr>
              <a:t>Horaire</a:t>
            </a:r>
            <a:endParaRPr lang="en-US" sz="1100" b="1" u="none" strike="noStrike">
              <a:solidFill>
                <a:srgbClr val="2F7F86"/>
              </a:solidFill>
              <a:effectLst/>
              <a:uFillTx/>
              <a:latin typeface="Calibri"/>
            </a:endParaRPr>
          </a:p>
        </p:txBody>
      </p:sp>
      <p:sp>
        <p:nvSpPr>
          <p:cNvPr id="76" name="PlaceHolder 16"/>
          <p:cNvSpPr>
            <a:spLocks noGrp="1"/>
          </p:cNvSpPr>
          <p:nvPr>
            <p:ph type="body" hasCustomPrompt="1"/>
          </p:nvPr>
        </p:nvSpPr>
        <p:spPr>
          <a:xfrm>
            <a:off x="3474720" y="2816280"/>
            <a:ext cx="822600" cy="255600"/>
          </a:xfrm>
          <a:prstGeom prst="rect">
            <a:avLst/>
          </a:prstGeom>
          <a:noFill/>
          <a:ln w="0">
            <a:noFill/>
          </a:ln>
        </p:spPr>
        <p:txBody>
          <a:bodyPr lIns="90000" tIns="45000" rIns="90000" bIns="45000" anchor="t">
            <a:noAutofit/>
          </a:bodyPr>
          <a:lstStyle>
            <a:lvl1pPr indent="0" algn="r" defTabSz="914400">
              <a:lnSpc>
                <a:spcPct val="100000"/>
              </a:lnSpc>
              <a:spcBef>
                <a:spcPts val="221"/>
              </a:spcBef>
              <a:buNone/>
              <a:tabLst>
                <a:tab pos="0" algn="l"/>
              </a:tabLst>
              <a:defRPr lang="en-US" sz="1100" b="1" u="none" strike="noStrike">
                <a:solidFill>
                  <a:srgbClr val="2F7F86"/>
                </a:solidFill>
                <a:effectLst/>
                <a:uFillTx/>
                <a:latin typeface="Calibri"/>
                <a:ea typeface="Calibri"/>
              </a:defRPr>
            </a:lvl1pPr>
          </a:lstStyle>
          <a:p>
            <a:pPr indent="0" algn="r" defTabSz="914400">
              <a:lnSpc>
                <a:spcPct val="100000"/>
              </a:lnSpc>
              <a:spcBef>
                <a:spcPts val="221"/>
              </a:spcBef>
              <a:buNone/>
              <a:tabLst>
                <a:tab pos="0" algn="l"/>
              </a:tabLst>
            </a:pPr>
            <a:r>
              <a:rPr lang="en-US" sz="1100" b="1" u="none" strike="noStrike">
                <a:solidFill>
                  <a:srgbClr val="2F7F86"/>
                </a:solidFill>
                <a:effectLst/>
                <a:uFillTx/>
                <a:latin typeface="Calibri"/>
                <a:ea typeface="Calibri"/>
              </a:rPr>
              <a:t>Horaire</a:t>
            </a:r>
            <a:endParaRPr lang="en-US" sz="1100" b="1" u="none" strike="noStrike">
              <a:solidFill>
                <a:srgbClr val="2F7F86"/>
              </a:solidFill>
              <a:effectLst/>
              <a:uFillTx/>
              <a:latin typeface="Calibri"/>
            </a:endParaRPr>
          </a:p>
        </p:txBody>
      </p:sp>
      <p:sp>
        <p:nvSpPr>
          <p:cNvPr id="77" name="PlaceHolder 17"/>
          <p:cNvSpPr>
            <a:spLocks noGrp="1"/>
          </p:cNvSpPr>
          <p:nvPr>
            <p:ph type="body" hasCustomPrompt="1"/>
          </p:nvPr>
        </p:nvSpPr>
        <p:spPr>
          <a:xfrm>
            <a:off x="7589520" y="2816280"/>
            <a:ext cx="822600" cy="255600"/>
          </a:xfrm>
          <a:prstGeom prst="rect">
            <a:avLst/>
          </a:prstGeom>
          <a:noFill/>
          <a:ln w="0">
            <a:noFill/>
          </a:ln>
        </p:spPr>
        <p:txBody>
          <a:bodyPr lIns="90000" tIns="45000" rIns="90000" bIns="45000" anchor="t">
            <a:noAutofit/>
          </a:bodyPr>
          <a:lstStyle>
            <a:lvl1pPr indent="0" algn="r" defTabSz="914400">
              <a:lnSpc>
                <a:spcPct val="100000"/>
              </a:lnSpc>
              <a:spcBef>
                <a:spcPts val="221"/>
              </a:spcBef>
              <a:buNone/>
              <a:tabLst>
                <a:tab pos="0" algn="l"/>
              </a:tabLst>
              <a:defRPr lang="en-US" sz="1100" b="1" u="none" strike="noStrike">
                <a:solidFill>
                  <a:srgbClr val="2F7F86"/>
                </a:solidFill>
                <a:effectLst/>
                <a:uFillTx/>
                <a:latin typeface="Calibri"/>
                <a:ea typeface="Calibri"/>
              </a:defRPr>
            </a:lvl1pPr>
          </a:lstStyle>
          <a:p>
            <a:pPr indent="0" algn="r" defTabSz="914400">
              <a:lnSpc>
                <a:spcPct val="100000"/>
              </a:lnSpc>
              <a:spcBef>
                <a:spcPts val="221"/>
              </a:spcBef>
              <a:buNone/>
              <a:tabLst>
                <a:tab pos="0" algn="l"/>
              </a:tabLst>
            </a:pPr>
            <a:r>
              <a:rPr lang="en-US" sz="1100" b="1" u="none" strike="noStrike">
                <a:solidFill>
                  <a:srgbClr val="2F7F86"/>
                </a:solidFill>
                <a:effectLst/>
                <a:uFillTx/>
                <a:latin typeface="Calibri"/>
                <a:ea typeface="Calibri"/>
              </a:rPr>
              <a:t>Horaire</a:t>
            </a:r>
            <a:endParaRPr lang="en-US" sz="1100" b="1" u="none" strike="noStrike">
              <a:solidFill>
                <a:srgbClr val="2F7F86"/>
              </a:solidFill>
              <a:effectLst/>
              <a:uFillTx/>
              <a:latin typeface="Calibri"/>
            </a:endParaRPr>
          </a:p>
        </p:txBody>
      </p:sp>
      <p:sp>
        <p:nvSpPr>
          <p:cNvPr id="78" name="PlaceHolder 18"/>
          <p:cNvSpPr>
            <a:spLocks noGrp="1"/>
          </p:cNvSpPr>
          <p:nvPr>
            <p:ph type="body" hasCustomPrompt="1"/>
          </p:nvPr>
        </p:nvSpPr>
        <p:spPr>
          <a:xfrm>
            <a:off x="3474720" y="3913560"/>
            <a:ext cx="822600" cy="255600"/>
          </a:xfrm>
          <a:prstGeom prst="rect">
            <a:avLst/>
          </a:prstGeom>
          <a:noFill/>
          <a:ln w="0">
            <a:noFill/>
          </a:ln>
        </p:spPr>
        <p:txBody>
          <a:bodyPr lIns="90000" tIns="45000" rIns="90000" bIns="45000" anchor="t">
            <a:noAutofit/>
          </a:bodyPr>
          <a:lstStyle>
            <a:lvl1pPr indent="0" algn="r" defTabSz="914400">
              <a:lnSpc>
                <a:spcPct val="100000"/>
              </a:lnSpc>
              <a:spcBef>
                <a:spcPts val="221"/>
              </a:spcBef>
              <a:buNone/>
              <a:tabLst>
                <a:tab pos="0" algn="l"/>
              </a:tabLst>
              <a:defRPr lang="en-US" sz="1100" b="1" u="none" strike="noStrike">
                <a:solidFill>
                  <a:srgbClr val="2F7F86"/>
                </a:solidFill>
                <a:effectLst/>
                <a:uFillTx/>
                <a:latin typeface="Calibri"/>
                <a:ea typeface="Calibri"/>
              </a:defRPr>
            </a:lvl1pPr>
          </a:lstStyle>
          <a:p>
            <a:pPr indent="0" algn="r" defTabSz="914400">
              <a:lnSpc>
                <a:spcPct val="100000"/>
              </a:lnSpc>
              <a:spcBef>
                <a:spcPts val="221"/>
              </a:spcBef>
              <a:buNone/>
              <a:tabLst>
                <a:tab pos="0" algn="l"/>
              </a:tabLst>
            </a:pPr>
            <a:r>
              <a:rPr lang="en-US" sz="1100" b="1" u="none" strike="noStrike">
                <a:solidFill>
                  <a:srgbClr val="2F7F86"/>
                </a:solidFill>
                <a:effectLst/>
                <a:uFillTx/>
                <a:latin typeface="Calibri"/>
                <a:ea typeface="Calibri"/>
              </a:rPr>
              <a:t>Horaire</a:t>
            </a:r>
            <a:endParaRPr lang="en-US" sz="1100" b="1" u="none" strike="noStrike">
              <a:solidFill>
                <a:srgbClr val="2F7F86"/>
              </a:solidFill>
              <a:effectLst/>
              <a:uFillTx/>
              <a:latin typeface="Calibri"/>
            </a:endParaRPr>
          </a:p>
        </p:txBody>
      </p:sp>
      <p:sp>
        <p:nvSpPr>
          <p:cNvPr id="79" name="PlaceHolder 19"/>
          <p:cNvSpPr>
            <a:spLocks noGrp="1"/>
          </p:cNvSpPr>
          <p:nvPr>
            <p:ph type="body" hasCustomPrompt="1"/>
          </p:nvPr>
        </p:nvSpPr>
        <p:spPr>
          <a:xfrm>
            <a:off x="7589520" y="3913560"/>
            <a:ext cx="822600" cy="255600"/>
          </a:xfrm>
          <a:prstGeom prst="rect">
            <a:avLst/>
          </a:prstGeom>
          <a:noFill/>
          <a:ln w="0">
            <a:noFill/>
          </a:ln>
        </p:spPr>
        <p:txBody>
          <a:bodyPr lIns="90000" tIns="45000" rIns="90000" bIns="45000" anchor="t">
            <a:noAutofit/>
          </a:bodyPr>
          <a:lstStyle>
            <a:lvl1pPr indent="0" algn="r" defTabSz="914400">
              <a:lnSpc>
                <a:spcPct val="100000"/>
              </a:lnSpc>
              <a:spcBef>
                <a:spcPts val="221"/>
              </a:spcBef>
              <a:buNone/>
              <a:tabLst>
                <a:tab pos="0" algn="l"/>
              </a:tabLst>
              <a:defRPr lang="en-US" sz="1100" b="1" u="none" strike="noStrike">
                <a:solidFill>
                  <a:srgbClr val="2F7F86"/>
                </a:solidFill>
                <a:effectLst/>
                <a:uFillTx/>
                <a:latin typeface="Calibri"/>
                <a:ea typeface="Calibri"/>
              </a:defRPr>
            </a:lvl1pPr>
          </a:lstStyle>
          <a:p>
            <a:pPr indent="0" algn="r" defTabSz="914400">
              <a:lnSpc>
                <a:spcPct val="100000"/>
              </a:lnSpc>
              <a:spcBef>
                <a:spcPts val="221"/>
              </a:spcBef>
              <a:buNone/>
              <a:tabLst>
                <a:tab pos="0" algn="l"/>
              </a:tabLst>
            </a:pPr>
            <a:r>
              <a:rPr lang="en-US" sz="1100" b="1" u="none" strike="noStrike">
                <a:solidFill>
                  <a:srgbClr val="2F7F86"/>
                </a:solidFill>
                <a:effectLst/>
                <a:uFillTx/>
                <a:latin typeface="Calibri"/>
                <a:ea typeface="Calibri"/>
              </a:rPr>
              <a:t>Horaire</a:t>
            </a:r>
            <a:endParaRPr lang="en-US" sz="1100" b="1" u="none" strike="noStrike">
              <a:solidFill>
                <a:srgbClr val="2F7F86"/>
              </a:solidFill>
              <a:effectLst/>
              <a:uFillTx/>
              <a:latin typeface="Calibri"/>
            </a:endParaRPr>
          </a:p>
        </p:txBody>
      </p:sp>
      <p:sp>
        <p:nvSpPr>
          <p:cNvPr id="80" name="PlaceHolder 20"/>
          <p:cNvSpPr>
            <a:spLocks noGrp="1"/>
          </p:cNvSpPr>
          <p:nvPr>
            <p:ph type="sldNum" idx="4"/>
          </p:nvPr>
        </p:nvSpPr>
        <p:spPr>
          <a:xfrm>
            <a:off x="8138160" y="4754880"/>
            <a:ext cx="456840" cy="228240"/>
          </a:xfrm>
          <a:prstGeom prst="rect">
            <a:avLst/>
          </a:prstGeom>
          <a:noFill/>
          <a:ln w="0">
            <a:noFill/>
          </a:ln>
        </p:spPr>
        <p:txBody>
          <a:bodyPr lIns="0" tIns="0" rIns="0" bIns="0" anchor="t">
            <a:noAutofit/>
          </a:bodyPr>
          <a:lstStyle>
            <a:lvl1pPr indent="0" algn="r" defTabSz="914400">
              <a:lnSpc>
                <a:spcPct val="100000"/>
              </a:lnSpc>
              <a:buNone/>
              <a:defRPr lang="en-US" sz="900" b="0" u="none" strike="noStrike">
                <a:solidFill>
                  <a:srgbClr val="5B6B70"/>
                </a:solidFill>
                <a:effectLst/>
                <a:uFillTx/>
                <a:latin typeface="Calibri"/>
                <a:ea typeface="Calibri"/>
              </a:defRPr>
            </a:lvl1pPr>
          </a:lstStyle>
          <a:p>
            <a:pPr indent="0" algn="r" defTabSz="914400">
              <a:lnSpc>
                <a:spcPct val="100000"/>
              </a:lnSpc>
              <a:buNone/>
            </a:pPr>
            <a:fld id="{D0DF0AA0-B013-4989-8145-2FCFBF087AF5}" type="slidenum">
              <a:rPr lang="en-US" sz="900" b="0" u="none" strike="noStrike">
                <a:solidFill>
                  <a:srgbClr val="5B6B70"/>
                </a:solidFill>
                <a:effectLst/>
                <a:uFillTx/>
                <a:latin typeface="Calibri"/>
                <a:ea typeface="Calibri"/>
              </a:rPr>
              <a:t>&lt;numéro&gt;</a:t>
            </a:fld>
            <a:endParaRPr lang="fr-FR" sz="900" b="0" u="none" strike="noStrike">
              <a:solidFill>
                <a:srgbClr val="000000"/>
              </a:solidFill>
              <a:effectLst/>
              <a:uFillTx/>
              <a:latin typeface="Calibri"/>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RE">
    <p:bg>
      <p:bgPr>
        <a:solidFill>
          <a:srgbClr val="12343B"/>
        </a:solidFill>
      </p:bgPr>
    </p:bg>
    <p:spTree>
      <p:nvGrpSpPr>
        <p:cNvPr id="1" name=""/>
        <p:cNvGrpSpPr/>
        <p:nvPr/>
      </p:nvGrpSpPr>
      <p:grpSpPr>
        <a:xfrm>
          <a:off x="0" y="0"/>
          <a:ext cx="0" cy="0"/>
          <a:chOff x="0" y="0"/>
          <a:chExt cx="0" cy="0"/>
        </a:xfrm>
      </p:grpSpPr>
      <p:pic>
        <p:nvPicPr>
          <p:cNvPr id="81" name="Image 0" descr="preencoded.png"/>
          <p:cNvPicPr/>
          <p:nvPr/>
        </p:nvPicPr>
        <p:blipFill>
          <a:blip r:embed="rId2"/>
          <a:stretch/>
        </p:blipFill>
        <p:spPr>
          <a:xfrm>
            <a:off x="5806440" y="1188720"/>
            <a:ext cx="2859840" cy="2018520"/>
          </a:xfrm>
          <a:prstGeom prst="rect">
            <a:avLst/>
          </a:prstGeom>
          <a:noFill/>
          <a:ln w="0">
            <a:noFill/>
          </a:ln>
        </p:spPr>
      </p:pic>
      <p:sp>
        <p:nvSpPr>
          <p:cNvPr id="82" name="PlaceHolder 1"/>
          <p:cNvSpPr>
            <a:spLocks noGrp="1"/>
          </p:cNvSpPr>
          <p:nvPr>
            <p:ph type="body" hasCustomPrompt="1"/>
          </p:nvPr>
        </p:nvSpPr>
        <p:spPr>
          <a:xfrm>
            <a:off x="548640" y="640080"/>
            <a:ext cx="5028840" cy="273960"/>
          </a:xfrm>
          <a:prstGeom prst="rect">
            <a:avLst/>
          </a:prstGeom>
          <a:noFill/>
          <a:ln w="0">
            <a:noFill/>
          </a:ln>
        </p:spPr>
        <p:txBody>
          <a:bodyPr lIns="90000" tIns="45000" rIns="90000" bIns="45000" anchor="t">
            <a:noAutofit/>
          </a:bodyPr>
          <a:lstStyle>
            <a:lvl1pPr indent="0" algn="l" defTabSz="914400">
              <a:lnSpc>
                <a:spcPct val="100000"/>
              </a:lnSpc>
              <a:spcBef>
                <a:spcPts val="221"/>
              </a:spcBef>
              <a:buNone/>
              <a:tabLst>
                <a:tab pos="0" algn="l"/>
              </a:tabLst>
              <a:defRPr lang="en-US" sz="1100" b="1" u="none" spc="201" strike="noStrike">
                <a:solidFill>
                  <a:srgbClr val="D98E04"/>
                </a:solidFill>
                <a:effectLst/>
                <a:uFillTx/>
                <a:latin typeface="Calibri"/>
                <a:ea typeface="Calibri"/>
              </a:defRPr>
            </a:lvl1pPr>
          </a:lstStyle>
          <a:p>
            <a:pPr indent="0" algn="l" defTabSz="914400">
              <a:lnSpc>
                <a:spcPct val="100000"/>
              </a:lnSpc>
              <a:spcBef>
                <a:spcPts val="221"/>
              </a:spcBef>
              <a:buNone/>
              <a:tabLst>
                <a:tab pos="0" algn="l"/>
              </a:tabLst>
            </a:pPr>
            <a:r>
              <a:rPr lang="en-US" sz="1100" b="1" u="none" spc="201" strike="noStrike">
                <a:solidFill>
                  <a:srgbClr val="D98E04"/>
                </a:solidFill>
                <a:effectLst/>
                <a:uFillTx/>
                <a:latin typeface="Calibri"/>
                <a:ea typeface="Calibri"/>
              </a:rPr>
              <a:t>REVUE INTERNE · DATE</a:t>
            </a:r>
            <a:endParaRPr lang="en-US" sz="1100" b="0" u="none" strike="noStrike">
              <a:solidFill>
                <a:srgbClr val="FFFFFF"/>
              </a:solidFill>
              <a:effectLst/>
              <a:uFillTx/>
              <a:latin typeface="Calibri"/>
            </a:endParaRPr>
          </a:p>
        </p:txBody>
      </p:sp>
      <p:sp>
        <p:nvSpPr>
          <p:cNvPr id="83" name="PlaceHolder 2"/>
          <p:cNvSpPr>
            <a:spLocks noGrp="1"/>
          </p:cNvSpPr>
          <p:nvPr>
            <p:ph type="title" hasCustomPrompt="1"/>
          </p:nvPr>
        </p:nvSpPr>
        <p:spPr>
          <a:xfrm>
            <a:off x="548640" y="1188720"/>
            <a:ext cx="5028840" cy="16455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3200" b="1" u="none" strike="noStrike">
                <a:solidFill>
                  <a:srgbClr val="FFFFFF"/>
                </a:solidFill>
                <a:effectLst/>
                <a:uFillTx/>
                <a:latin typeface="Cambria"/>
                <a:ea typeface="Cambria"/>
              </a:defRPr>
            </a:lvl1pPr>
          </a:lstStyle>
          <a:p>
            <a:pPr indent="0" algn="l" defTabSz="914400">
              <a:lnSpc>
                <a:spcPct val="100000"/>
              </a:lnSpc>
              <a:buNone/>
              <a:tabLst>
                <a:tab pos="0" algn="l"/>
              </a:tabLst>
            </a:pPr>
            <a:r>
              <a:rPr lang="en-US" sz="3200" b="1" u="none" strike="noStrike">
                <a:solidFill>
                  <a:srgbClr val="FFFFFF"/>
                </a:solidFill>
                <a:effectLst/>
                <a:uFillTx/>
                <a:latin typeface="Cambria"/>
                <a:ea typeface="Cambria"/>
              </a:rPr>
              <a:t>Titre de la présentation</a:t>
            </a:r>
            <a:endParaRPr lang="en-US" sz="3200" b="1" u="none" strike="noStrike">
              <a:solidFill>
                <a:srgbClr val="FFFFFF"/>
              </a:solidFill>
              <a:effectLst/>
              <a:uFillTx/>
              <a:latin typeface="Cambria"/>
            </a:endParaRPr>
          </a:p>
        </p:txBody>
      </p:sp>
      <p:sp>
        <p:nvSpPr>
          <p:cNvPr id="84" name="PlaceHolder 3"/>
          <p:cNvSpPr>
            <a:spLocks noGrp="1"/>
          </p:cNvSpPr>
          <p:nvPr>
            <p:ph type="body" hasCustomPrompt="1"/>
          </p:nvPr>
        </p:nvSpPr>
        <p:spPr>
          <a:xfrm>
            <a:off x="548640" y="2926080"/>
            <a:ext cx="4845960" cy="548280"/>
          </a:xfrm>
          <a:prstGeom prst="rect">
            <a:avLst/>
          </a:prstGeom>
          <a:noFill/>
          <a:ln w="0">
            <a:noFill/>
          </a:ln>
        </p:spPr>
        <p:txBody>
          <a:bodyPr lIns="90000" tIns="45000" rIns="90000" bIns="45000" anchor="t">
            <a:noAutofit/>
          </a:bodyPr>
          <a:lstStyle>
            <a:lvl1pPr indent="0" algn="l" defTabSz="914400">
              <a:lnSpc>
                <a:spcPct val="100000"/>
              </a:lnSpc>
              <a:spcBef>
                <a:spcPts val="320"/>
              </a:spcBef>
              <a:buNone/>
              <a:tabLst>
                <a:tab pos="0" algn="l"/>
              </a:tabLst>
              <a:defRPr lang="en-US" sz="1600" b="0" i="1" u="none" strike="noStrike">
                <a:solidFill>
                  <a:srgbClr val="E4F0EE"/>
                </a:solidFill>
                <a:effectLst/>
                <a:uFillTx/>
                <a:latin typeface="Calibri"/>
                <a:ea typeface="Calibri"/>
              </a:defRPr>
            </a:lvl1pPr>
          </a:lstStyle>
          <a:p>
            <a:pPr indent="0" algn="l" defTabSz="914400">
              <a:lnSpc>
                <a:spcPct val="100000"/>
              </a:lnSpc>
              <a:spcBef>
                <a:spcPts val="320"/>
              </a:spcBef>
              <a:buNone/>
              <a:tabLst>
                <a:tab pos="0" algn="l"/>
              </a:tabLst>
            </a:pPr>
            <a:r>
              <a:rPr lang="en-US" sz="1600" b="0" i="1" u="none" strike="noStrike">
                <a:solidFill>
                  <a:srgbClr val="E4F0EE"/>
                </a:solidFill>
                <a:effectLst/>
                <a:uFillTx/>
                <a:latin typeface="Calibri"/>
                <a:ea typeface="Calibri"/>
              </a:rPr>
              <a:t>Sous-titre</a:t>
            </a:r>
            <a:endParaRPr lang="en-US" sz="1600" b="0" u="none" strike="noStrike">
              <a:solidFill>
                <a:srgbClr val="FFFFFF"/>
              </a:solidFill>
              <a:effectLst/>
              <a:uFillTx/>
              <a:latin typeface="Calibri"/>
            </a:endParaRPr>
          </a:p>
        </p:txBody>
      </p:sp>
      <p:sp>
        <p:nvSpPr>
          <p:cNvPr id="85" name="PlaceHolder 4"/>
          <p:cNvSpPr>
            <a:spLocks noGrp="1"/>
          </p:cNvSpPr>
          <p:nvPr>
            <p:ph type="body" hasCustomPrompt="1"/>
          </p:nvPr>
        </p:nvSpPr>
        <p:spPr>
          <a:xfrm>
            <a:off x="548640" y="3931920"/>
            <a:ext cx="4571640" cy="548280"/>
          </a:xfrm>
          <a:prstGeom prst="rect">
            <a:avLst/>
          </a:prstGeom>
          <a:noFill/>
          <a:ln w="0">
            <a:noFill/>
          </a:ln>
        </p:spPr>
        <p:txBody>
          <a:bodyPr lIns="90000" tIns="45000" rIns="90000" bIns="45000" anchor="t">
            <a:noAutofit/>
          </a:bodyPr>
          <a:lstStyle>
            <a:lvl1pPr indent="0" algn="l" defTabSz="914400">
              <a:lnSpc>
                <a:spcPct val="100000"/>
              </a:lnSpc>
              <a:spcBef>
                <a:spcPts val="241"/>
              </a:spcBef>
              <a:buNone/>
              <a:tabLst>
                <a:tab pos="0" algn="l"/>
              </a:tabLst>
              <a:defRPr lang="en-US" sz="1200" b="0" u="none" strike="noStrike">
                <a:solidFill>
                  <a:srgbClr val="FFFFFF"/>
                </a:solidFill>
                <a:effectLst/>
                <a:uFillTx/>
                <a:latin typeface="Calibri"/>
                <a:ea typeface="Calibri"/>
              </a:defRPr>
            </a:lvl1pPr>
          </a:lstStyle>
          <a:p>
            <a:pPr indent="0" algn="l" defTabSz="914400">
              <a:lnSpc>
                <a:spcPct val="100000"/>
              </a:lnSpc>
              <a:spcBef>
                <a:spcPts val="241"/>
              </a:spcBef>
              <a:buNone/>
              <a:tabLst>
                <a:tab pos="0" algn="l"/>
              </a:tabLst>
            </a:pPr>
            <a:r>
              <a:rPr lang="en-US" sz="1200" b="0" u="none" strike="noStrike">
                <a:solidFill>
                  <a:srgbClr val="FFFFFF"/>
                </a:solidFill>
                <a:effectLst/>
                <a:uFillTx/>
                <a:latin typeface="Calibri"/>
                <a:ea typeface="Calibri"/>
              </a:rPr>
              <a:t>Prénom Nom · Affiliation</a:t>
            </a:r>
            <a:endParaRPr lang="en-US" sz="1200" b="0" u="none" strike="noStrike">
              <a:solidFill>
                <a:srgbClr val="FFFFFF"/>
              </a:solidFill>
              <a:effectLst/>
              <a:uFillTx/>
              <a:latin typeface="Calibri"/>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SECTION">
    <p:bg>
      <p:bgPr>
        <a:solidFill>
          <a:srgbClr val="1D4E57"/>
        </a:solidFill>
      </p:bgPr>
    </p:bg>
    <p:spTree>
      <p:nvGrpSpPr>
        <p:cNvPr id="1" name=""/>
        <p:cNvGrpSpPr/>
        <p:nvPr/>
      </p:nvGrpSpPr>
      <p:grpSpPr>
        <a:xfrm>
          <a:off x="0" y="0"/>
          <a:ext cx="0" cy="0"/>
          <a:chOff x="0" y="0"/>
          <a:chExt cx="0" cy="0"/>
        </a:xfrm>
      </p:grpSpPr>
      <p:pic>
        <p:nvPicPr>
          <p:cNvPr id="86" name="Image 0" descr="preencoded.png"/>
          <p:cNvPicPr/>
          <p:nvPr/>
        </p:nvPicPr>
        <p:blipFill>
          <a:blip r:embed="rId2"/>
          <a:stretch/>
        </p:blipFill>
        <p:spPr>
          <a:xfrm>
            <a:off x="6400800" y="2560320"/>
            <a:ext cx="1865160" cy="1316520"/>
          </a:xfrm>
          <a:prstGeom prst="rect">
            <a:avLst/>
          </a:prstGeom>
          <a:noFill/>
          <a:ln w="0">
            <a:noFill/>
          </a:ln>
        </p:spPr>
      </p:pic>
      <p:sp>
        <p:nvSpPr>
          <p:cNvPr id="87" name="PlaceHolder 1"/>
          <p:cNvSpPr>
            <a:spLocks noGrp="1"/>
          </p:cNvSpPr>
          <p:nvPr>
            <p:ph type="body" hasCustomPrompt="1"/>
          </p:nvPr>
        </p:nvSpPr>
        <p:spPr>
          <a:xfrm>
            <a:off x="548640" y="1097280"/>
            <a:ext cx="2742840" cy="1279800"/>
          </a:xfrm>
          <a:prstGeom prst="rect">
            <a:avLst/>
          </a:prstGeom>
          <a:noFill/>
          <a:ln w="0">
            <a:noFill/>
          </a:ln>
        </p:spPr>
        <p:txBody>
          <a:bodyPr lIns="90000" tIns="45000" rIns="90000" bIns="45000" anchor="t">
            <a:noAutofit/>
          </a:bodyPr>
          <a:lstStyle>
            <a:lvl1pPr indent="0" algn="l" defTabSz="914400">
              <a:lnSpc>
                <a:spcPct val="100000"/>
              </a:lnSpc>
              <a:spcBef>
                <a:spcPts val="1760"/>
              </a:spcBef>
              <a:buNone/>
              <a:tabLst>
                <a:tab pos="0" algn="l"/>
              </a:tabLst>
              <a:defRPr lang="en-US" sz="8800" b="1" u="none" strike="noStrike">
                <a:solidFill>
                  <a:srgbClr val="D98E04"/>
                </a:solidFill>
                <a:effectLst/>
                <a:uFillTx/>
                <a:latin typeface="Cambria"/>
                <a:ea typeface="Cambria"/>
              </a:defRPr>
            </a:lvl1pPr>
          </a:lstStyle>
          <a:p>
            <a:pPr indent="0" algn="l" defTabSz="914400">
              <a:lnSpc>
                <a:spcPct val="100000"/>
              </a:lnSpc>
              <a:spcBef>
                <a:spcPts val="1760"/>
              </a:spcBef>
              <a:buNone/>
              <a:tabLst>
                <a:tab pos="0" algn="l"/>
              </a:tabLst>
            </a:pPr>
            <a:r>
              <a:rPr lang="en-US" sz="8800" b="1" u="none" strike="noStrike">
                <a:solidFill>
                  <a:srgbClr val="D98E04"/>
                </a:solidFill>
                <a:effectLst/>
                <a:uFillTx/>
                <a:latin typeface="Cambria"/>
                <a:ea typeface="Cambria"/>
              </a:rPr>
              <a:t>01</a:t>
            </a:r>
            <a:endParaRPr lang="en-US" sz="8800" b="0" i="1" u="none" strike="noStrike">
              <a:solidFill>
                <a:srgbClr val="E4F0EE"/>
              </a:solidFill>
              <a:effectLst/>
              <a:uFillTx/>
              <a:latin typeface="Calibri"/>
            </a:endParaRPr>
          </a:p>
        </p:txBody>
      </p:sp>
      <p:sp>
        <p:nvSpPr>
          <p:cNvPr id="88" name="PlaceHolder 2"/>
          <p:cNvSpPr>
            <a:spLocks noGrp="1"/>
          </p:cNvSpPr>
          <p:nvPr>
            <p:ph type="title" hasCustomPrompt="1"/>
          </p:nvPr>
        </p:nvSpPr>
        <p:spPr>
          <a:xfrm>
            <a:off x="548640" y="2468880"/>
            <a:ext cx="5668920" cy="6397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3200" b="1" u="none" strike="noStrike">
                <a:solidFill>
                  <a:srgbClr val="FFFFFF"/>
                </a:solidFill>
                <a:effectLst/>
                <a:uFillTx/>
                <a:latin typeface="Cambria"/>
                <a:ea typeface="Cambria"/>
              </a:defRPr>
            </a:lvl1pPr>
          </a:lstStyle>
          <a:p>
            <a:pPr indent="0" algn="l" defTabSz="914400">
              <a:lnSpc>
                <a:spcPct val="100000"/>
              </a:lnSpc>
              <a:buNone/>
              <a:tabLst>
                <a:tab pos="0" algn="l"/>
              </a:tabLst>
            </a:pPr>
            <a:r>
              <a:rPr lang="en-US" sz="3200" b="1" u="none" strike="noStrike">
                <a:solidFill>
                  <a:srgbClr val="FFFFFF"/>
                </a:solidFill>
                <a:effectLst/>
                <a:uFillTx/>
                <a:latin typeface="Cambria"/>
                <a:ea typeface="Cambria"/>
              </a:rPr>
              <a:t>Titre de section</a:t>
            </a:r>
            <a:endParaRPr lang="en-US" sz="3200" b="1" u="none" strike="noStrike">
              <a:solidFill>
                <a:srgbClr val="FFFFFF"/>
              </a:solidFill>
              <a:effectLst/>
              <a:uFillTx/>
              <a:latin typeface="Cambria"/>
            </a:endParaRPr>
          </a:p>
        </p:txBody>
      </p:sp>
      <p:sp>
        <p:nvSpPr>
          <p:cNvPr id="89" name="PlaceHolder 3"/>
          <p:cNvSpPr>
            <a:spLocks noGrp="1"/>
          </p:cNvSpPr>
          <p:nvPr>
            <p:ph type="body" hasCustomPrompt="1"/>
          </p:nvPr>
        </p:nvSpPr>
        <p:spPr>
          <a:xfrm>
            <a:off x="548640" y="3154680"/>
            <a:ext cx="5486040" cy="365400"/>
          </a:xfrm>
          <a:prstGeom prst="rect">
            <a:avLst/>
          </a:prstGeom>
          <a:noFill/>
          <a:ln w="0">
            <a:noFill/>
          </a:ln>
        </p:spPr>
        <p:txBody>
          <a:bodyPr lIns="90000" tIns="45000" rIns="90000" bIns="45000" anchor="t">
            <a:noAutofit/>
          </a:bodyPr>
          <a:lstStyle>
            <a:lvl1pPr indent="0" algn="l" defTabSz="914400">
              <a:lnSpc>
                <a:spcPct val="100000"/>
              </a:lnSpc>
              <a:spcBef>
                <a:spcPts val="300"/>
              </a:spcBef>
              <a:buNone/>
              <a:tabLst>
                <a:tab pos="0" algn="l"/>
              </a:tabLst>
              <a:defRPr lang="en-US" sz="1500" b="0" i="1" u="none" strike="noStrike">
                <a:solidFill>
                  <a:srgbClr val="E4F0EE"/>
                </a:solidFill>
                <a:effectLst/>
                <a:uFillTx/>
                <a:latin typeface="Calibri"/>
                <a:ea typeface="Calibri"/>
              </a:defRPr>
            </a:lvl1pPr>
          </a:lstStyle>
          <a:p>
            <a:pPr indent="0" algn="l" defTabSz="914400">
              <a:lnSpc>
                <a:spcPct val="100000"/>
              </a:lnSpc>
              <a:spcBef>
                <a:spcPts val="300"/>
              </a:spcBef>
              <a:buNone/>
              <a:tabLst>
                <a:tab pos="0" algn="l"/>
              </a:tabLst>
            </a:pPr>
            <a:r>
              <a:rPr lang="en-US" sz="1500" b="0" i="1" u="none" strike="noStrike">
                <a:solidFill>
                  <a:srgbClr val="E4F0EE"/>
                </a:solidFill>
                <a:effectLst/>
                <a:uFillTx/>
                <a:latin typeface="Calibri"/>
                <a:ea typeface="Calibri"/>
              </a:rPr>
              <a:t>Accroche de la section</a:t>
            </a:r>
            <a:endParaRPr lang="en-US" sz="1500" b="0" i="1" u="none" strike="noStrike">
              <a:solidFill>
                <a:srgbClr val="E4F0EE"/>
              </a:solidFill>
              <a:effectLst/>
              <a:uFillTx/>
              <a:latin typeface="Calibri"/>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CONTENU">
    <p:bg>
      <p:bgPr>
        <a:solidFill>
          <a:srgbClr val="FFFFFF"/>
        </a:solidFill>
      </p:bgPr>
    </p:bg>
    <p:spTree>
      <p:nvGrpSpPr>
        <p:cNvPr id="1" name=""/>
        <p:cNvGrpSpPr/>
        <p:nvPr/>
      </p:nvGrpSpPr>
      <p:grpSpPr>
        <a:xfrm>
          <a:off x="0" y="0"/>
          <a:ext cx="0" cy="0"/>
          <a:chOff x="0" y="0"/>
          <a:chExt cx="0" cy="0"/>
        </a:xfrm>
      </p:grpSpPr>
      <p:sp>
        <p:nvSpPr>
          <p:cNvPr id="90" name="Text 0"/>
          <p:cNvSpPr/>
          <p:nvPr/>
        </p:nvSpPr>
        <p:spPr>
          <a:xfrm>
            <a:off x="548640" y="4754880"/>
            <a:ext cx="36572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B6B70"/>
                </a:solidFill>
                <a:effectLst/>
                <a:uFillTx/>
                <a:latin typeface="Calibri"/>
                <a:ea typeface="Calibri"/>
              </a:rPr>
              <a:t>Service ReLM · INIST-CNRS · Revue interne</a:t>
            </a:r>
            <a:endParaRPr lang="fr-FR" sz="900" b="0" u="none" strike="noStrike">
              <a:solidFill>
                <a:srgbClr val="000000"/>
              </a:solidFill>
              <a:effectLst/>
              <a:uFillTx/>
              <a:latin typeface="Calibri"/>
            </a:endParaRPr>
          </a:p>
        </p:txBody>
      </p:sp>
      <p:sp>
        <p:nvSpPr>
          <p:cNvPr id="91" name="PlaceHolder 1"/>
          <p:cNvSpPr>
            <a:spLocks noGrp="1"/>
          </p:cNvSpPr>
          <p:nvPr>
            <p:ph type="title" hasCustomPrompt="1"/>
          </p:nvPr>
        </p:nvSpPr>
        <p:spPr>
          <a:xfrm>
            <a:off x="548640" y="365760"/>
            <a:ext cx="8046360" cy="5482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2800" b="1" u="none" strike="noStrike">
                <a:solidFill>
                  <a:srgbClr val="12343B"/>
                </a:solidFill>
                <a:effectLst/>
                <a:uFillTx/>
                <a:latin typeface="Cambria"/>
                <a:ea typeface="Cambria"/>
              </a:defRPr>
            </a:lvl1pPr>
          </a:lstStyle>
          <a:p>
            <a:pPr indent="0" algn="l" defTabSz="914400">
              <a:lnSpc>
                <a:spcPct val="100000"/>
              </a:lnSpc>
              <a:buNone/>
              <a:tabLst>
                <a:tab pos="0" algn="l"/>
              </a:tabLst>
            </a:pPr>
            <a:r>
              <a:rPr lang="en-US" sz="2800" b="1" u="none" strike="noStrike">
                <a:solidFill>
                  <a:srgbClr val="12343B"/>
                </a:solidFill>
                <a:effectLst/>
                <a:uFillTx/>
                <a:latin typeface="Cambria"/>
                <a:ea typeface="Cambria"/>
              </a:rPr>
              <a:t>Titre de la diapositive</a:t>
            </a:r>
            <a:endParaRPr lang="en-US" sz="2800" b="1" u="none" strike="noStrike">
              <a:solidFill>
                <a:srgbClr val="12343B"/>
              </a:solidFill>
              <a:effectLst/>
              <a:uFillTx/>
              <a:latin typeface="Cambria"/>
            </a:endParaRPr>
          </a:p>
        </p:txBody>
      </p:sp>
      <p:sp>
        <p:nvSpPr>
          <p:cNvPr id="92" name="PlaceHolder 2"/>
          <p:cNvSpPr>
            <a:spLocks noGrp="1"/>
          </p:cNvSpPr>
          <p:nvPr>
            <p:ph type="body" hasCustomPrompt="1"/>
          </p:nvPr>
        </p:nvSpPr>
        <p:spPr>
          <a:xfrm>
            <a:off x="548640" y="914400"/>
            <a:ext cx="8046360" cy="319680"/>
          </a:xfrm>
          <a:prstGeom prst="rect">
            <a:avLst/>
          </a:prstGeom>
          <a:noFill/>
          <a:ln w="0">
            <a:noFill/>
          </a:ln>
        </p:spPr>
        <p:txBody>
          <a:bodyPr lIns="90000" tIns="45000" rIns="90000" bIns="45000" anchor="t">
            <a:noAutofit/>
          </a:bodyPr>
          <a:lstStyle>
            <a:lvl1pPr indent="0" algn="l" defTabSz="914400">
              <a:lnSpc>
                <a:spcPct val="100000"/>
              </a:lnSpc>
              <a:spcBef>
                <a:spcPts val="261"/>
              </a:spcBef>
              <a:buNone/>
              <a:tabLst>
                <a:tab pos="0" algn="l"/>
              </a:tabLst>
              <a:defRPr lang="en-US" sz="1300" b="0" i="1" u="none" strike="noStrike">
                <a:solidFill>
                  <a:srgbClr val="5B6B70"/>
                </a:solidFill>
                <a:effectLst/>
                <a:uFillTx/>
                <a:latin typeface="Calibri"/>
                <a:ea typeface="Calibri"/>
              </a:defRPr>
            </a:lvl1pPr>
          </a:lstStyle>
          <a:p>
            <a:pPr indent="0" algn="l" defTabSz="914400">
              <a:lnSpc>
                <a:spcPct val="100000"/>
              </a:lnSpc>
              <a:spcBef>
                <a:spcPts val="261"/>
              </a:spcBef>
              <a:buNone/>
              <a:tabLst>
                <a:tab pos="0" algn="l"/>
              </a:tabLst>
            </a:pPr>
            <a:r>
              <a:rPr lang="en-US" sz="1300" b="0" i="1" u="none" strike="noStrike">
                <a:solidFill>
                  <a:srgbClr val="5B6B70"/>
                </a:solidFill>
                <a:effectLst/>
                <a:uFillTx/>
                <a:latin typeface="Calibri"/>
                <a:ea typeface="Calibri"/>
              </a:rPr>
              <a:t>Sous-titre ou message clé</a:t>
            </a:r>
            <a:endParaRPr lang="en-US" sz="1300" b="0" u="none" strike="noStrike">
              <a:solidFill>
                <a:srgbClr val="1F2A2E"/>
              </a:solidFill>
              <a:effectLst/>
              <a:uFillTx/>
              <a:latin typeface="Calibri"/>
            </a:endParaRPr>
          </a:p>
        </p:txBody>
      </p:sp>
      <p:sp>
        <p:nvSpPr>
          <p:cNvPr id="93" name="PlaceHolder 3"/>
          <p:cNvSpPr>
            <a:spLocks noGrp="1"/>
          </p:cNvSpPr>
          <p:nvPr>
            <p:ph type="body" hasCustomPrompt="1"/>
          </p:nvPr>
        </p:nvSpPr>
        <p:spPr>
          <a:xfrm>
            <a:off x="548640" y="1463040"/>
            <a:ext cx="8046360" cy="3108600"/>
          </a:xfrm>
          <a:prstGeom prst="rect">
            <a:avLst/>
          </a:prstGeom>
          <a:noFill/>
          <a:ln w="0">
            <a:noFill/>
          </a:ln>
        </p:spPr>
        <p:txBody>
          <a:bodyPr lIns="90000" tIns="45000" rIns="90000" bIns="45000" anchor="t">
            <a:noAutofit/>
          </a:bodyPr>
          <a:lstStyle>
            <a:lvl1pPr indent="0" algn="l" defTabSz="914400">
              <a:lnSpc>
                <a:spcPct val="100000"/>
              </a:lnSpc>
              <a:spcBef>
                <a:spcPts val="320"/>
              </a:spcBef>
              <a:buNone/>
              <a:tabLst>
                <a:tab pos="0" algn="l"/>
              </a:tabLst>
              <a:defRPr lang="en-US" sz="1600" b="0" u="none" strike="noStrike">
                <a:solidFill>
                  <a:srgbClr val="1F2A2E"/>
                </a:solidFill>
                <a:effectLst/>
                <a:uFillTx/>
                <a:latin typeface="Calibri"/>
                <a:ea typeface="Calibri"/>
              </a:defRPr>
            </a:lvl1pPr>
          </a:lstStyle>
          <a:p>
            <a:pPr indent="0" algn="l" defTabSz="914400">
              <a:lnSpc>
                <a:spcPct val="100000"/>
              </a:lnSpc>
              <a:spcBef>
                <a:spcPts val="320"/>
              </a:spcBef>
              <a:buNone/>
              <a:tabLst>
                <a:tab pos="0" algn="l"/>
              </a:tabLst>
            </a:pPr>
            <a:r>
              <a:rPr lang="en-US" sz="1600" b="0" u="none" strike="noStrike">
                <a:solidFill>
                  <a:srgbClr val="1F2A2E"/>
                </a:solidFill>
                <a:effectLst/>
                <a:uFillTx/>
                <a:latin typeface="Calibri"/>
                <a:ea typeface="Calibri"/>
              </a:rPr>
              <a:t>Texte ou liste à puces</a:t>
            </a:r>
            <a:endParaRPr lang="en-US" sz="1600" b="0" u="none" strike="noStrike">
              <a:solidFill>
                <a:srgbClr val="1F2A2E"/>
              </a:solidFill>
              <a:effectLst/>
              <a:uFillTx/>
              <a:latin typeface="Calibri"/>
            </a:endParaRPr>
          </a:p>
        </p:txBody>
      </p:sp>
      <p:sp>
        <p:nvSpPr>
          <p:cNvPr id="94" name="PlaceHolder 4"/>
          <p:cNvSpPr>
            <a:spLocks noGrp="1"/>
          </p:cNvSpPr>
          <p:nvPr>
            <p:ph type="sldNum" idx="5"/>
          </p:nvPr>
        </p:nvSpPr>
        <p:spPr>
          <a:xfrm>
            <a:off x="8138160" y="4754880"/>
            <a:ext cx="456840" cy="228240"/>
          </a:xfrm>
          <a:prstGeom prst="rect">
            <a:avLst/>
          </a:prstGeom>
          <a:noFill/>
          <a:ln w="0">
            <a:noFill/>
          </a:ln>
        </p:spPr>
        <p:txBody>
          <a:bodyPr lIns="0" tIns="0" rIns="0" bIns="0" anchor="t">
            <a:noAutofit/>
          </a:bodyPr>
          <a:lstStyle>
            <a:lvl1pPr indent="0" algn="r" defTabSz="914400">
              <a:lnSpc>
                <a:spcPct val="100000"/>
              </a:lnSpc>
              <a:buNone/>
              <a:defRPr lang="en-US" sz="900" b="0" u="none" strike="noStrike">
                <a:solidFill>
                  <a:srgbClr val="5B6B70"/>
                </a:solidFill>
                <a:effectLst/>
                <a:uFillTx/>
                <a:latin typeface="Calibri"/>
                <a:ea typeface="Calibri"/>
              </a:defRPr>
            </a:lvl1pPr>
          </a:lstStyle>
          <a:p>
            <a:pPr indent="0" algn="r" defTabSz="914400">
              <a:lnSpc>
                <a:spcPct val="100000"/>
              </a:lnSpc>
              <a:buNone/>
            </a:pPr>
            <a:fld id="{A72C8D47-CBC9-4CEB-BB4F-72AC427C720A}" type="slidenum">
              <a:rPr lang="en-US" sz="900" b="0" u="none" strike="noStrike">
                <a:solidFill>
                  <a:srgbClr val="5B6B70"/>
                </a:solidFill>
                <a:effectLst/>
                <a:uFillTx/>
                <a:latin typeface="Calibri"/>
                <a:ea typeface="Calibri"/>
              </a:rPr>
              <a:t>&lt;numéro&gt;</a:t>
            </a:fld>
            <a:endParaRPr lang="fr-FR" sz="900" b="0" u="none" strike="noStrike">
              <a:solidFill>
                <a:srgbClr val="000000"/>
              </a:solidFill>
              <a:effectLst/>
              <a:uFillTx/>
              <a:latin typeface="Calibri"/>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4_DEUX_COLONNES">
    <p:bg>
      <p:bgPr>
        <a:solidFill>
          <a:srgbClr val="FFFFFF"/>
        </a:solidFill>
      </p:bgPr>
    </p:bg>
    <p:spTree>
      <p:nvGrpSpPr>
        <p:cNvPr id="1" name=""/>
        <p:cNvGrpSpPr/>
        <p:nvPr/>
      </p:nvGrpSpPr>
      <p:grpSpPr>
        <a:xfrm>
          <a:off x="0" y="0"/>
          <a:ext cx="0" cy="0"/>
          <a:chOff x="0" y="0"/>
          <a:chExt cx="0" cy="0"/>
        </a:xfrm>
      </p:grpSpPr>
      <p:sp>
        <p:nvSpPr>
          <p:cNvPr id="95" name="Text 0"/>
          <p:cNvSpPr/>
          <p:nvPr/>
        </p:nvSpPr>
        <p:spPr>
          <a:xfrm>
            <a:off x="548640" y="4754880"/>
            <a:ext cx="36572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B6B70"/>
                </a:solidFill>
                <a:effectLst/>
                <a:uFillTx/>
                <a:latin typeface="Calibri"/>
                <a:ea typeface="Calibri"/>
              </a:rPr>
              <a:t>Service ReLM · INIST-CNRS · Revue interne</a:t>
            </a:r>
            <a:endParaRPr lang="fr-FR" sz="900" b="0" u="none" strike="noStrike">
              <a:solidFill>
                <a:srgbClr val="000000"/>
              </a:solidFill>
              <a:effectLst/>
              <a:uFillTx/>
              <a:latin typeface="Calibri"/>
            </a:endParaRPr>
          </a:p>
        </p:txBody>
      </p:sp>
      <p:sp>
        <p:nvSpPr>
          <p:cNvPr id="96" name="PlaceHolder 1"/>
          <p:cNvSpPr>
            <a:spLocks noGrp="1"/>
          </p:cNvSpPr>
          <p:nvPr>
            <p:ph type="title" hasCustomPrompt="1"/>
          </p:nvPr>
        </p:nvSpPr>
        <p:spPr>
          <a:xfrm>
            <a:off x="548640" y="365760"/>
            <a:ext cx="8046360" cy="5482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2800" b="1" u="none" strike="noStrike">
                <a:solidFill>
                  <a:srgbClr val="12343B"/>
                </a:solidFill>
                <a:effectLst/>
                <a:uFillTx/>
                <a:latin typeface="Cambria"/>
                <a:ea typeface="Cambria"/>
              </a:defRPr>
            </a:lvl1pPr>
          </a:lstStyle>
          <a:p>
            <a:pPr indent="0" algn="l" defTabSz="914400">
              <a:lnSpc>
                <a:spcPct val="100000"/>
              </a:lnSpc>
              <a:buNone/>
              <a:tabLst>
                <a:tab pos="0" algn="l"/>
              </a:tabLst>
            </a:pPr>
            <a:r>
              <a:rPr lang="en-US" sz="2800" b="1" u="none" strike="noStrike">
                <a:solidFill>
                  <a:srgbClr val="12343B"/>
                </a:solidFill>
                <a:effectLst/>
                <a:uFillTx/>
                <a:latin typeface="Cambria"/>
                <a:ea typeface="Cambria"/>
              </a:rPr>
              <a:t>Titre de la diapositive</a:t>
            </a:r>
            <a:endParaRPr lang="en-US" sz="2800" b="1" u="none" strike="noStrike">
              <a:solidFill>
                <a:srgbClr val="12343B"/>
              </a:solidFill>
              <a:effectLst/>
              <a:uFillTx/>
              <a:latin typeface="Cambria"/>
            </a:endParaRPr>
          </a:p>
        </p:txBody>
      </p:sp>
      <p:sp>
        <p:nvSpPr>
          <p:cNvPr id="97" name="PlaceHolder 2"/>
          <p:cNvSpPr>
            <a:spLocks noGrp="1"/>
          </p:cNvSpPr>
          <p:nvPr>
            <p:ph type="body" hasCustomPrompt="1"/>
          </p:nvPr>
        </p:nvSpPr>
        <p:spPr>
          <a:xfrm>
            <a:off x="548640" y="914400"/>
            <a:ext cx="8046360" cy="319680"/>
          </a:xfrm>
          <a:prstGeom prst="rect">
            <a:avLst/>
          </a:prstGeom>
          <a:noFill/>
          <a:ln w="0">
            <a:noFill/>
          </a:ln>
        </p:spPr>
        <p:txBody>
          <a:bodyPr lIns="90000" tIns="45000" rIns="90000" bIns="45000" anchor="t">
            <a:noAutofit/>
          </a:bodyPr>
          <a:lstStyle>
            <a:lvl1pPr indent="0" algn="l" defTabSz="914400">
              <a:lnSpc>
                <a:spcPct val="100000"/>
              </a:lnSpc>
              <a:spcBef>
                <a:spcPts val="261"/>
              </a:spcBef>
              <a:buNone/>
              <a:tabLst>
                <a:tab pos="0" algn="l"/>
              </a:tabLst>
              <a:defRPr lang="en-US" sz="1300" b="0" i="1" u="none" strike="noStrike">
                <a:solidFill>
                  <a:srgbClr val="5B6B70"/>
                </a:solidFill>
                <a:effectLst/>
                <a:uFillTx/>
                <a:latin typeface="Calibri"/>
                <a:ea typeface="Calibri"/>
              </a:defRPr>
            </a:lvl1pPr>
          </a:lstStyle>
          <a:p>
            <a:pPr indent="0" algn="l" defTabSz="914400">
              <a:lnSpc>
                <a:spcPct val="100000"/>
              </a:lnSpc>
              <a:spcBef>
                <a:spcPts val="261"/>
              </a:spcBef>
              <a:buNone/>
              <a:tabLst>
                <a:tab pos="0" algn="l"/>
              </a:tabLst>
            </a:pPr>
            <a:r>
              <a:rPr lang="en-US" sz="1300" b="0" i="1" u="none" strike="noStrike">
                <a:solidFill>
                  <a:srgbClr val="5B6B70"/>
                </a:solidFill>
                <a:effectLst/>
                <a:uFillTx/>
                <a:latin typeface="Calibri"/>
                <a:ea typeface="Calibri"/>
              </a:rPr>
              <a:t>Sous-titre ou message clé</a:t>
            </a:r>
            <a:endParaRPr lang="en-US" sz="1300" b="0" u="none" strike="noStrike">
              <a:solidFill>
                <a:srgbClr val="1F2A2E"/>
              </a:solidFill>
              <a:effectLst/>
              <a:uFillTx/>
              <a:latin typeface="Calibri"/>
            </a:endParaRPr>
          </a:p>
        </p:txBody>
      </p:sp>
      <p:sp>
        <p:nvSpPr>
          <p:cNvPr id="98" name="Shape 1"/>
          <p:cNvSpPr/>
          <p:nvPr/>
        </p:nvSpPr>
        <p:spPr>
          <a:xfrm>
            <a:off x="548640" y="1463040"/>
            <a:ext cx="3885840" cy="310860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sp>
        <p:nvSpPr>
          <p:cNvPr id="99" name="PlaceHolder 3"/>
          <p:cNvSpPr>
            <a:spLocks noGrp="1"/>
          </p:cNvSpPr>
          <p:nvPr>
            <p:ph type="body" hasCustomPrompt="1"/>
          </p:nvPr>
        </p:nvSpPr>
        <p:spPr>
          <a:xfrm>
            <a:off x="777240" y="1645920"/>
            <a:ext cx="3428640" cy="2742840"/>
          </a:xfrm>
          <a:prstGeom prst="rect">
            <a:avLst/>
          </a:prstGeom>
          <a:noFill/>
          <a:ln w="0">
            <a:noFill/>
          </a:ln>
        </p:spPr>
        <p:txBody>
          <a:bodyPr lIns="90000" tIns="45000" rIns="90000" bIns="45000" anchor="t">
            <a:noAutofit/>
          </a:bodyPr>
          <a:lstStyle>
            <a:lvl1pPr indent="0" algn="l" defTabSz="914400">
              <a:lnSpc>
                <a:spcPct val="100000"/>
              </a:lnSpc>
              <a:spcBef>
                <a:spcPts val="281"/>
              </a:spcBef>
              <a:buNone/>
              <a:tabLst>
                <a:tab pos="0" algn="l"/>
              </a:tabLst>
              <a:defRPr lang="en-US" sz="1400" b="0" u="none" strike="noStrike">
                <a:solidFill>
                  <a:srgbClr val="1F2A2E"/>
                </a:solidFill>
                <a:effectLst/>
                <a:uFillTx/>
                <a:latin typeface="Calibri"/>
                <a:ea typeface="Calibri"/>
              </a:defRPr>
            </a:lvl1pPr>
          </a:lstStyle>
          <a:p>
            <a:pPr indent="0" algn="l" defTabSz="914400">
              <a:lnSpc>
                <a:spcPct val="100000"/>
              </a:lnSpc>
              <a:spcBef>
                <a:spcPts val="281"/>
              </a:spcBef>
              <a:buNone/>
              <a:tabLst>
                <a:tab pos="0" algn="l"/>
              </a:tabLst>
            </a:pPr>
            <a:r>
              <a:rPr lang="en-US" sz="1400" b="0" u="none" strike="noStrike">
                <a:solidFill>
                  <a:srgbClr val="1F2A2E"/>
                </a:solidFill>
                <a:effectLst/>
                <a:uFillTx/>
                <a:latin typeface="Calibri"/>
                <a:ea typeface="Calibri"/>
              </a:rPr>
              <a:t>Colonne de gauche</a:t>
            </a:r>
            <a:endParaRPr lang="en-US" sz="1400" b="0" u="none" strike="noStrike">
              <a:solidFill>
                <a:srgbClr val="1F2A2E"/>
              </a:solidFill>
              <a:effectLst/>
              <a:uFillTx/>
              <a:latin typeface="Calibri"/>
            </a:endParaRPr>
          </a:p>
        </p:txBody>
      </p:sp>
      <p:sp>
        <p:nvSpPr>
          <p:cNvPr id="100" name="PlaceHolder 4"/>
          <p:cNvSpPr>
            <a:spLocks noGrp="1"/>
          </p:cNvSpPr>
          <p:nvPr>
            <p:ph type="body" hasCustomPrompt="1"/>
          </p:nvPr>
        </p:nvSpPr>
        <p:spPr>
          <a:xfrm>
            <a:off x="4709160" y="1645920"/>
            <a:ext cx="3885840" cy="2742840"/>
          </a:xfrm>
          <a:prstGeom prst="rect">
            <a:avLst/>
          </a:prstGeom>
          <a:noFill/>
          <a:ln w="0">
            <a:noFill/>
          </a:ln>
        </p:spPr>
        <p:txBody>
          <a:bodyPr lIns="90000" tIns="45000" rIns="90000" bIns="45000" anchor="t">
            <a:noAutofit/>
          </a:bodyPr>
          <a:lstStyle>
            <a:lvl1pPr indent="0" algn="l" defTabSz="914400">
              <a:lnSpc>
                <a:spcPct val="100000"/>
              </a:lnSpc>
              <a:spcBef>
                <a:spcPts val="281"/>
              </a:spcBef>
              <a:buNone/>
              <a:tabLst>
                <a:tab pos="0" algn="l"/>
              </a:tabLst>
              <a:defRPr lang="en-US" sz="1400" b="0" u="none" strike="noStrike">
                <a:solidFill>
                  <a:srgbClr val="1F2A2E"/>
                </a:solidFill>
                <a:effectLst/>
                <a:uFillTx/>
                <a:latin typeface="Calibri"/>
                <a:ea typeface="Calibri"/>
              </a:defRPr>
            </a:lvl1pPr>
          </a:lstStyle>
          <a:p>
            <a:pPr indent="0" algn="l" defTabSz="914400">
              <a:lnSpc>
                <a:spcPct val="100000"/>
              </a:lnSpc>
              <a:spcBef>
                <a:spcPts val="281"/>
              </a:spcBef>
              <a:buNone/>
              <a:tabLst>
                <a:tab pos="0" algn="l"/>
              </a:tabLst>
            </a:pPr>
            <a:r>
              <a:rPr lang="en-US" sz="1400" b="0" u="none" strike="noStrike">
                <a:solidFill>
                  <a:srgbClr val="1F2A2E"/>
                </a:solidFill>
                <a:effectLst/>
                <a:uFillTx/>
                <a:latin typeface="Calibri"/>
                <a:ea typeface="Calibri"/>
              </a:rPr>
              <a:t>Colonne de droite</a:t>
            </a:r>
            <a:endParaRPr lang="en-US" sz="1400" b="0" u="none" strike="noStrike">
              <a:solidFill>
                <a:srgbClr val="1F2A2E"/>
              </a:solidFill>
              <a:effectLst/>
              <a:uFillTx/>
              <a:latin typeface="Calibri"/>
            </a:endParaRPr>
          </a:p>
        </p:txBody>
      </p:sp>
      <p:sp>
        <p:nvSpPr>
          <p:cNvPr id="101" name="PlaceHolder 5"/>
          <p:cNvSpPr>
            <a:spLocks noGrp="1"/>
          </p:cNvSpPr>
          <p:nvPr>
            <p:ph type="sldNum" idx="6"/>
          </p:nvPr>
        </p:nvSpPr>
        <p:spPr>
          <a:xfrm>
            <a:off x="8138160" y="4754880"/>
            <a:ext cx="456840" cy="228240"/>
          </a:xfrm>
          <a:prstGeom prst="rect">
            <a:avLst/>
          </a:prstGeom>
          <a:noFill/>
          <a:ln w="0">
            <a:noFill/>
          </a:ln>
        </p:spPr>
        <p:txBody>
          <a:bodyPr lIns="0" tIns="0" rIns="0" bIns="0" anchor="t">
            <a:noAutofit/>
          </a:bodyPr>
          <a:lstStyle>
            <a:lvl1pPr indent="0" algn="r" defTabSz="914400">
              <a:lnSpc>
                <a:spcPct val="100000"/>
              </a:lnSpc>
              <a:buNone/>
              <a:defRPr lang="en-US" sz="900" b="0" u="none" strike="noStrike">
                <a:solidFill>
                  <a:srgbClr val="5B6B70"/>
                </a:solidFill>
                <a:effectLst/>
                <a:uFillTx/>
                <a:latin typeface="Calibri"/>
                <a:ea typeface="Calibri"/>
              </a:defRPr>
            </a:lvl1pPr>
          </a:lstStyle>
          <a:p>
            <a:pPr indent="0" algn="r" defTabSz="914400">
              <a:lnSpc>
                <a:spcPct val="100000"/>
              </a:lnSpc>
              <a:buNone/>
            </a:pPr>
            <a:fld id="{330A9ABF-B759-47EA-9468-70F2D4B46778}" type="slidenum">
              <a:rPr lang="en-US" sz="900" b="0" u="none" strike="noStrike">
                <a:solidFill>
                  <a:srgbClr val="5B6B70"/>
                </a:solidFill>
                <a:effectLst/>
                <a:uFillTx/>
                <a:latin typeface="Calibri"/>
                <a:ea typeface="Calibri"/>
              </a:rPr>
              <a:t>&lt;numéro&gt;</a:t>
            </a:fld>
            <a:endParaRPr lang="fr-FR" sz="900" b="0" u="none" strike="noStrike">
              <a:solidFill>
                <a:srgbClr val="000000"/>
              </a:solidFill>
              <a:effectLst/>
              <a:uFillTx/>
              <a:latin typeface="Calibri"/>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5_TROIS_BLOCS">
    <p:bg>
      <p:bgPr>
        <a:solidFill>
          <a:srgbClr val="FFFFFF"/>
        </a:solidFill>
      </p:bgPr>
    </p:bg>
    <p:spTree>
      <p:nvGrpSpPr>
        <p:cNvPr id="1" name=""/>
        <p:cNvGrpSpPr/>
        <p:nvPr/>
      </p:nvGrpSpPr>
      <p:grpSpPr>
        <a:xfrm>
          <a:off x="0" y="0"/>
          <a:ext cx="0" cy="0"/>
          <a:chOff x="0" y="0"/>
          <a:chExt cx="0" cy="0"/>
        </a:xfrm>
      </p:grpSpPr>
      <p:sp>
        <p:nvSpPr>
          <p:cNvPr id="102" name="Text 0"/>
          <p:cNvSpPr/>
          <p:nvPr/>
        </p:nvSpPr>
        <p:spPr>
          <a:xfrm>
            <a:off x="548640" y="4754880"/>
            <a:ext cx="36572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B6B70"/>
                </a:solidFill>
                <a:effectLst/>
                <a:uFillTx/>
                <a:latin typeface="Calibri"/>
                <a:ea typeface="Calibri"/>
              </a:rPr>
              <a:t>Service ReLM · INIST-CNRS · Revue interne</a:t>
            </a:r>
            <a:endParaRPr lang="fr-FR" sz="900" b="0" u="none" strike="noStrike">
              <a:solidFill>
                <a:srgbClr val="000000"/>
              </a:solidFill>
              <a:effectLst/>
              <a:uFillTx/>
              <a:latin typeface="Calibri"/>
            </a:endParaRPr>
          </a:p>
        </p:txBody>
      </p:sp>
      <p:sp>
        <p:nvSpPr>
          <p:cNvPr id="103" name="PlaceHolder 1"/>
          <p:cNvSpPr>
            <a:spLocks noGrp="1"/>
          </p:cNvSpPr>
          <p:nvPr>
            <p:ph type="title" hasCustomPrompt="1"/>
          </p:nvPr>
        </p:nvSpPr>
        <p:spPr>
          <a:xfrm>
            <a:off x="548640" y="365760"/>
            <a:ext cx="8046360" cy="5482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2800" b="1" u="none" strike="noStrike">
                <a:solidFill>
                  <a:srgbClr val="12343B"/>
                </a:solidFill>
                <a:effectLst/>
                <a:uFillTx/>
                <a:latin typeface="Cambria"/>
                <a:ea typeface="Cambria"/>
              </a:defRPr>
            </a:lvl1pPr>
          </a:lstStyle>
          <a:p>
            <a:pPr indent="0" algn="l" defTabSz="914400">
              <a:lnSpc>
                <a:spcPct val="100000"/>
              </a:lnSpc>
              <a:buNone/>
              <a:tabLst>
                <a:tab pos="0" algn="l"/>
              </a:tabLst>
            </a:pPr>
            <a:r>
              <a:rPr lang="en-US" sz="2800" b="1" u="none" strike="noStrike">
                <a:solidFill>
                  <a:srgbClr val="12343B"/>
                </a:solidFill>
                <a:effectLst/>
                <a:uFillTx/>
                <a:latin typeface="Cambria"/>
                <a:ea typeface="Cambria"/>
              </a:rPr>
              <a:t>Titre de la diapositive</a:t>
            </a:r>
            <a:endParaRPr lang="en-US" sz="2800" b="1" u="none" strike="noStrike">
              <a:solidFill>
                <a:srgbClr val="12343B"/>
              </a:solidFill>
              <a:effectLst/>
              <a:uFillTx/>
              <a:latin typeface="Cambria"/>
            </a:endParaRPr>
          </a:p>
        </p:txBody>
      </p:sp>
      <p:sp>
        <p:nvSpPr>
          <p:cNvPr id="104" name="Shape 1"/>
          <p:cNvSpPr/>
          <p:nvPr/>
        </p:nvSpPr>
        <p:spPr>
          <a:xfrm>
            <a:off x="548640" y="1234440"/>
            <a:ext cx="2514240" cy="324576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sp>
        <p:nvSpPr>
          <p:cNvPr id="105" name="Shape 2"/>
          <p:cNvSpPr/>
          <p:nvPr/>
        </p:nvSpPr>
        <p:spPr>
          <a:xfrm>
            <a:off x="3291840" y="1234440"/>
            <a:ext cx="2514240" cy="3245760"/>
          </a:xfrm>
          <a:prstGeom prst="rect">
            <a:avLst/>
          </a:prstGeom>
          <a:solidFill>
            <a:srgbClr val="12343B"/>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Calibri"/>
            </a:endParaRPr>
          </a:p>
        </p:txBody>
      </p:sp>
      <p:sp>
        <p:nvSpPr>
          <p:cNvPr id="106" name="Shape 3"/>
          <p:cNvSpPr/>
          <p:nvPr/>
        </p:nvSpPr>
        <p:spPr>
          <a:xfrm>
            <a:off x="6035040" y="1234440"/>
            <a:ext cx="2514240" cy="324576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pic>
        <p:nvPicPr>
          <p:cNvPr id="107" name="Image 0" descr="preencoded.png"/>
          <p:cNvPicPr/>
          <p:nvPr/>
        </p:nvPicPr>
        <p:blipFill>
          <a:blip r:embed="rId2"/>
          <a:stretch/>
        </p:blipFill>
        <p:spPr>
          <a:xfrm>
            <a:off x="822960" y="1417320"/>
            <a:ext cx="870120" cy="614160"/>
          </a:xfrm>
          <a:prstGeom prst="rect">
            <a:avLst/>
          </a:prstGeom>
          <a:noFill/>
          <a:ln w="0">
            <a:noFill/>
          </a:ln>
        </p:spPr>
      </p:pic>
      <p:pic>
        <p:nvPicPr>
          <p:cNvPr id="108" name="Image 1" descr="preencoded.png"/>
          <p:cNvPicPr/>
          <p:nvPr/>
        </p:nvPicPr>
        <p:blipFill>
          <a:blip r:embed="rId3"/>
          <a:stretch/>
        </p:blipFill>
        <p:spPr>
          <a:xfrm>
            <a:off x="3566160" y="1417320"/>
            <a:ext cx="870120" cy="614160"/>
          </a:xfrm>
          <a:prstGeom prst="rect">
            <a:avLst/>
          </a:prstGeom>
          <a:noFill/>
          <a:ln w="0">
            <a:noFill/>
          </a:ln>
        </p:spPr>
      </p:pic>
      <p:pic>
        <p:nvPicPr>
          <p:cNvPr id="109" name="Image 2" descr="preencoded.png"/>
          <p:cNvPicPr/>
          <p:nvPr/>
        </p:nvPicPr>
        <p:blipFill>
          <a:blip r:embed="rId4"/>
          <a:stretch/>
        </p:blipFill>
        <p:spPr>
          <a:xfrm>
            <a:off x="6309360" y="1417320"/>
            <a:ext cx="870120" cy="614160"/>
          </a:xfrm>
          <a:prstGeom prst="rect">
            <a:avLst/>
          </a:prstGeom>
          <a:noFill/>
          <a:ln w="0">
            <a:noFill/>
          </a:ln>
        </p:spPr>
      </p:pic>
      <p:sp>
        <p:nvSpPr>
          <p:cNvPr id="110" name="PlaceHolder 2"/>
          <p:cNvSpPr>
            <a:spLocks noGrp="1"/>
          </p:cNvSpPr>
          <p:nvPr>
            <p:ph type="body" hasCustomPrompt="1"/>
          </p:nvPr>
        </p:nvSpPr>
        <p:spPr>
          <a:xfrm>
            <a:off x="822960" y="2240280"/>
            <a:ext cx="2011320" cy="365400"/>
          </a:xfrm>
          <a:prstGeom prst="rect">
            <a:avLst/>
          </a:prstGeom>
          <a:noFill/>
          <a:ln w="0">
            <a:noFill/>
          </a:ln>
        </p:spPr>
        <p:txBody>
          <a:bodyPr lIns="90000" tIns="45000" rIns="90000" bIns="45000" anchor="t">
            <a:noAutofit/>
          </a:bodyPr>
          <a:lstStyle>
            <a:lvl1pPr indent="0" algn="l" defTabSz="914400">
              <a:lnSpc>
                <a:spcPct val="100000"/>
              </a:lnSpc>
              <a:spcBef>
                <a:spcPts val="320"/>
              </a:spcBef>
              <a:buNone/>
              <a:tabLst>
                <a:tab pos="0" algn="l"/>
              </a:tabLst>
              <a:defRPr lang="en-US" sz="1600" b="1" u="none" strike="noStrike">
                <a:solidFill>
                  <a:srgbClr val="12343B"/>
                </a:solidFill>
                <a:effectLst/>
                <a:uFillTx/>
                <a:latin typeface="Cambria"/>
                <a:ea typeface="Cambria"/>
              </a:defRPr>
            </a:lvl1pPr>
          </a:lstStyle>
          <a:p>
            <a:pPr indent="0" algn="l" defTabSz="914400">
              <a:lnSpc>
                <a:spcPct val="100000"/>
              </a:lnSpc>
              <a:spcBef>
                <a:spcPts val="320"/>
              </a:spcBef>
              <a:buNone/>
              <a:tabLst>
                <a:tab pos="0" algn="l"/>
              </a:tabLst>
            </a:pPr>
            <a:r>
              <a:rPr lang="en-US" sz="1600" b="1" u="none" strike="noStrike">
                <a:solidFill>
                  <a:srgbClr val="12343B"/>
                </a:solidFill>
                <a:effectLst/>
                <a:uFillTx/>
                <a:latin typeface="Cambria"/>
                <a:ea typeface="Cambria"/>
              </a:rPr>
              <a:t>Titre du bloc</a:t>
            </a:r>
            <a:endParaRPr lang="en-US" sz="1600" b="0" u="none" strike="noStrike">
              <a:solidFill>
                <a:srgbClr val="1F2A2E"/>
              </a:solidFill>
              <a:effectLst/>
              <a:uFillTx/>
              <a:latin typeface="Calibri"/>
            </a:endParaRPr>
          </a:p>
        </p:txBody>
      </p:sp>
      <p:sp>
        <p:nvSpPr>
          <p:cNvPr id="111" name="PlaceHolder 3"/>
          <p:cNvSpPr>
            <a:spLocks noGrp="1"/>
          </p:cNvSpPr>
          <p:nvPr>
            <p:ph type="body" hasCustomPrompt="1"/>
          </p:nvPr>
        </p:nvSpPr>
        <p:spPr>
          <a:xfrm>
            <a:off x="3566160" y="2240280"/>
            <a:ext cx="2011320" cy="365400"/>
          </a:xfrm>
          <a:prstGeom prst="rect">
            <a:avLst/>
          </a:prstGeom>
          <a:noFill/>
          <a:ln w="0">
            <a:noFill/>
          </a:ln>
        </p:spPr>
        <p:txBody>
          <a:bodyPr lIns="90000" tIns="45000" rIns="90000" bIns="45000" anchor="t">
            <a:noAutofit/>
          </a:bodyPr>
          <a:lstStyle>
            <a:lvl1pPr indent="0" algn="l" defTabSz="914400">
              <a:lnSpc>
                <a:spcPct val="100000"/>
              </a:lnSpc>
              <a:spcBef>
                <a:spcPts val="320"/>
              </a:spcBef>
              <a:buNone/>
              <a:tabLst>
                <a:tab pos="0" algn="l"/>
              </a:tabLst>
              <a:defRPr lang="en-US" sz="1600" b="1" u="none" strike="noStrike">
                <a:solidFill>
                  <a:srgbClr val="FFFFFF"/>
                </a:solidFill>
                <a:effectLst/>
                <a:uFillTx/>
                <a:latin typeface="Cambria"/>
                <a:ea typeface="Cambria"/>
              </a:defRPr>
            </a:lvl1pPr>
          </a:lstStyle>
          <a:p>
            <a:pPr indent="0" algn="l" defTabSz="914400">
              <a:lnSpc>
                <a:spcPct val="100000"/>
              </a:lnSpc>
              <a:spcBef>
                <a:spcPts val="320"/>
              </a:spcBef>
              <a:buNone/>
              <a:tabLst>
                <a:tab pos="0" algn="l"/>
              </a:tabLst>
            </a:pPr>
            <a:r>
              <a:rPr lang="en-US" sz="1600" b="1" u="none" strike="noStrike">
                <a:solidFill>
                  <a:srgbClr val="FFFFFF"/>
                </a:solidFill>
                <a:effectLst/>
                <a:uFillTx/>
                <a:latin typeface="Cambria"/>
                <a:ea typeface="Cambria"/>
              </a:rPr>
              <a:t>Titre du bloc</a:t>
            </a:r>
            <a:endParaRPr lang="en-US" sz="1600" b="0" u="none" strike="noStrike">
              <a:solidFill>
                <a:srgbClr val="1F2A2E"/>
              </a:solidFill>
              <a:effectLst/>
              <a:uFillTx/>
              <a:latin typeface="Calibri"/>
            </a:endParaRPr>
          </a:p>
        </p:txBody>
      </p:sp>
      <p:sp>
        <p:nvSpPr>
          <p:cNvPr id="112" name="PlaceHolder 4"/>
          <p:cNvSpPr>
            <a:spLocks noGrp="1"/>
          </p:cNvSpPr>
          <p:nvPr>
            <p:ph type="body" hasCustomPrompt="1"/>
          </p:nvPr>
        </p:nvSpPr>
        <p:spPr>
          <a:xfrm>
            <a:off x="6309360" y="2240280"/>
            <a:ext cx="2011320" cy="365400"/>
          </a:xfrm>
          <a:prstGeom prst="rect">
            <a:avLst/>
          </a:prstGeom>
          <a:noFill/>
          <a:ln w="0">
            <a:noFill/>
          </a:ln>
        </p:spPr>
        <p:txBody>
          <a:bodyPr lIns="90000" tIns="45000" rIns="90000" bIns="45000" anchor="t">
            <a:noAutofit/>
          </a:bodyPr>
          <a:lstStyle>
            <a:lvl1pPr indent="0" algn="l" defTabSz="914400">
              <a:lnSpc>
                <a:spcPct val="100000"/>
              </a:lnSpc>
              <a:spcBef>
                <a:spcPts val="320"/>
              </a:spcBef>
              <a:buNone/>
              <a:tabLst>
                <a:tab pos="0" algn="l"/>
              </a:tabLst>
              <a:defRPr lang="en-US" sz="1600" b="1" u="none" strike="noStrike">
                <a:solidFill>
                  <a:srgbClr val="12343B"/>
                </a:solidFill>
                <a:effectLst/>
                <a:uFillTx/>
                <a:latin typeface="Cambria"/>
                <a:ea typeface="Cambria"/>
              </a:defRPr>
            </a:lvl1pPr>
          </a:lstStyle>
          <a:p>
            <a:pPr indent="0" algn="l" defTabSz="914400">
              <a:lnSpc>
                <a:spcPct val="100000"/>
              </a:lnSpc>
              <a:spcBef>
                <a:spcPts val="320"/>
              </a:spcBef>
              <a:buNone/>
              <a:tabLst>
                <a:tab pos="0" algn="l"/>
              </a:tabLst>
            </a:pPr>
            <a:r>
              <a:rPr lang="en-US" sz="1600" b="1" u="none" strike="noStrike">
                <a:solidFill>
                  <a:srgbClr val="12343B"/>
                </a:solidFill>
                <a:effectLst/>
                <a:uFillTx/>
                <a:latin typeface="Cambria"/>
                <a:ea typeface="Cambria"/>
              </a:rPr>
              <a:t>Titre du bloc</a:t>
            </a:r>
            <a:endParaRPr lang="en-US" sz="1600" b="0" u="none" strike="noStrike">
              <a:solidFill>
                <a:srgbClr val="1F2A2E"/>
              </a:solidFill>
              <a:effectLst/>
              <a:uFillTx/>
              <a:latin typeface="Calibri"/>
            </a:endParaRPr>
          </a:p>
        </p:txBody>
      </p:sp>
      <p:sp>
        <p:nvSpPr>
          <p:cNvPr id="113" name="PlaceHolder 5"/>
          <p:cNvSpPr>
            <a:spLocks noGrp="1"/>
          </p:cNvSpPr>
          <p:nvPr>
            <p:ph type="body" hasCustomPrompt="1"/>
          </p:nvPr>
        </p:nvSpPr>
        <p:spPr>
          <a:xfrm>
            <a:off x="822960" y="2697480"/>
            <a:ext cx="2011320" cy="1645560"/>
          </a:xfrm>
          <a:prstGeom prst="rect">
            <a:avLst/>
          </a:prstGeom>
          <a:noFill/>
          <a:ln w="0">
            <a:noFill/>
          </a:ln>
        </p:spPr>
        <p:txBody>
          <a:bodyPr lIns="90000" tIns="45000" rIns="90000" bIns="45000" anchor="t">
            <a:noAutofit/>
          </a:bodyPr>
          <a:lstStyle>
            <a:lvl1pPr indent="0" algn="l" defTabSz="914400">
              <a:lnSpc>
                <a:spcPct val="100000"/>
              </a:lnSpc>
              <a:spcBef>
                <a:spcPts val="241"/>
              </a:spcBef>
              <a:buNone/>
              <a:tabLst>
                <a:tab pos="0" algn="l"/>
              </a:tabLst>
              <a:defRPr lang="en-US" sz="1200" b="0" u="none" strike="noStrike">
                <a:solidFill>
                  <a:srgbClr val="1F2A2E"/>
                </a:solidFill>
                <a:effectLst/>
                <a:uFillTx/>
                <a:latin typeface="Calibri"/>
                <a:ea typeface="Calibri"/>
              </a:defRPr>
            </a:lvl1pPr>
          </a:lstStyle>
          <a:p>
            <a:pPr indent="0" algn="l" defTabSz="914400">
              <a:lnSpc>
                <a:spcPct val="100000"/>
              </a:lnSpc>
              <a:spcBef>
                <a:spcPts val="241"/>
              </a:spcBef>
              <a:buNone/>
              <a:tabLst>
                <a:tab pos="0" algn="l"/>
              </a:tabLst>
            </a:pPr>
            <a:r>
              <a:rPr lang="en-US" sz="1200" b="0" u="none" strike="noStrike">
                <a:solidFill>
                  <a:srgbClr val="1F2A2E"/>
                </a:solidFill>
                <a:effectLst/>
                <a:uFillTx/>
                <a:latin typeface="Calibri"/>
                <a:ea typeface="Calibri"/>
              </a:rPr>
              <a:t>Texte du bloc</a:t>
            </a:r>
            <a:endParaRPr lang="en-US" sz="1200" b="0" u="none" strike="noStrike">
              <a:solidFill>
                <a:srgbClr val="1F2A2E"/>
              </a:solidFill>
              <a:effectLst/>
              <a:uFillTx/>
              <a:latin typeface="Calibri"/>
            </a:endParaRPr>
          </a:p>
        </p:txBody>
      </p:sp>
      <p:sp>
        <p:nvSpPr>
          <p:cNvPr id="114" name="PlaceHolder 6"/>
          <p:cNvSpPr>
            <a:spLocks noGrp="1"/>
          </p:cNvSpPr>
          <p:nvPr>
            <p:ph type="body" hasCustomPrompt="1"/>
          </p:nvPr>
        </p:nvSpPr>
        <p:spPr>
          <a:xfrm>
            <a:off x="3566160" y="2697480"/>
            <a:ext cx="2011320" cy="1645560"/>
          </a:xfrm>
          <a:prstGeom prst="rect">
            <a:avLst/>
          </a:prstGeom>
          <a:noFill/>
          <a:ln w="0">
            <a:noFill/>
          </a:ln>
        </p:spPr>
        <p:txBody>
          <a:bodyPr lIns="90000" tIns="45000" rIns="90000" bIns="45000" anchor="t">
            <a:noAutofit/>
          </a:bodyPr>
          <a:lstStyle>
            <a:lvl1pPr indent="0" algn="l" defTabSz="914400">
              <a:lnSpc>
                <a:spcPct val="100000"/>
              </a:lnSpc>
              <a:spcBef>
                <a:spcPts val="241"/>
              </a:spcBef>
              <a:buNone/>
              <a:tabLst>
                <a:tab pos="0" algn="l"/>
              </a:tabLst>
              <a:defRPr lang="en-US" sz="1200" b="0" u="none" strike="noStrike">
                <a:solidFill>
                  <a:srgbClr val="FFFFFF"/>
                </a:solidFill>
                <a:effectLst/>
                <a:uFillTx/>
                <a:latin typeface="Calibri"/>
                <a:ea typeface="Calibri"/>
              </a:defRPr>
            </a:lvl1pPr>
          </a:lstStyle>
          <a:p>
            <a:pPr indent="0" algn="l" defTabSz="914400">
              <a:lnSpc>
                <a:spcPct val="100000"/>
              </a:lnSpc>
              <a:spcBef>
                <a:spcPts val="241"/>
              </a:spcBef>
              <a:buNone/>
              <a:tabLst>
                <a:tab pos="0" algn="l"/>
              </a:tabLst>
            </a:pPr>
            <a:r>
              <a:rPr lang="en-US" sz="1200" b="0" u="none" strike="noStrike">
                <a:solidFill>
                  <a:srgbClr val="FFFFFF"/>
                </a:solidFill>
                <a:effectLst/>
                <a:uFillTx/>
                <a:latin typeface="Calibri"/>
                <a:ea typeface="Calibri"/>
              </a:rPr>
              <a:t>Texte du bloc</a:t>
            </a:r>
            <a:endParaRPr lang="en-US" sz="1200" b="0" u="none" strike="noStrike">
              <a:solidFill>
                <a:srgbClr val="1F2A2E"/>
              </a:solidFill>
              <a:effectLst/>
              <a:uFillTx/>
              <a:latin typeface="Calibri"/>
            </a:endParaRPr>
          </a:p>
        </p:txBody>
      </p:sp>
      <p:sp>
        <p:nvSpPr>
          <p:cNvPr id="115" name="PlaceHolder 7"/>
          <p:cNvSpPr>
            <a:spLocks noGrp="1"/>
          </p:cNvSpPr>
          <p:nvPr>
            <p:ph type="body" hasCustomPrompt="1"/>
          </p:nvPr>
        </p:nvSpPr>
        <p:spPr>
          <a:xfrm>
            <a:off x="6309360" y="2697480"/>
            <a:ext cx="2011320" cy="1645560"/>
          </a:xfrm>
          <a:prstGeom prst="rect">
            <a:avLst/>
          </a:prstGeom>
          <a:noFill/>
          <a:ln w="0">
            <a:noFill/>
          </a:ln>
        </p:spPr>
        <p:txBody>
          <a:bodyPr lIns="90000" tIns="45000" rIns="90000" bIns="45000" anchor="t">
            <a:noAutofit/>
          </a:bodyPr>
          <a:lstStyle>
            <a:lvl1pPr indent="0" algn="l" defTabSz="914400">
              <a:lnSpc>
                <a:spcPct val="100000"/>
              </a:lnSpc>
              <a:spcBef>
                <a:spcPts val="241"/>
              </a:spcBef>
              <a:buNone/>
              <a:tabLst>
                <a:tab pos="0" algn="l"/>
              </a:tabLst>
              <a:defRPr lang="en-US" sz="1200" b="0" u="none" strike="noStrike">
                <a:solidFill>
                  <a:srgbClr val="1F2A2E"/>
                </a:solidFill>
                <a:effectLst/>
                <a:uFillTx/>
                <a:latin typeface="Calibri"/>
                <a:ea typeface="Calibri"/>
              </a:defRPr>
            </a:lvl1pPr>
          </a:lstStyle>
          <a:p>
            <a:pPr indent="0" algn="l" defTabSz="914400">
              <a:lnSpc>
                <a:spcPct val="100000"/>
              </a:lnSpc>
              <a:spcBef>
                <a:spcPts val="241"/>
              </a:spcBef>
              <a:buNone/>
              <a:tabLst>
                <a:tab pos="0" algn="l"/>
              </a:tabLst>
            </a:pPr>
            <a:r>
              <a:rPr lang="en-US" sz="1200" b="0" u="none" strike="noStrike">
                <a:solidFill>
                  <a:srgbClr val="1F2A2E"/>
                </a:solidFill>
                <a:effectLst/>
                <a:uFillTx/>
                <a:latin typeface="Calibri"/>
                <a:ea typeface="Calibri"/>
              </a:rPr>
              <a:t>Texte du bloc</a:t>
            </a:r>
            <a:endParaRPr lang="en-US" sz="1200" b="0" u="none" strike="noStrike">
              <a:solidFill>
                <a:srgbClr val="1F2A2E"/>
              </a:solidFill>
              <a:effectLst/>
              <a:uFillTx/>
              <a:latin typeface="Calibri"/>
            </a:endParaRPr>
          </a:p>
        </p:txBody>
      </p:sp>
      <p:sp>
        <p:nvSpPr>
          <p:cNvPr id="116" name="PlaceHolder 8"/>
          <p:cNvSpPr>
            <a:spLocks noGrp="1"/>
          </p:cNvSpPr>
          <p:nvPr>
            <p:ph type="sldNum" idx="7"/>
          </p:nvPr>
        </p:nvSpPr>
        <p:spPr>
          <a:xfrm>
            <a:off x="8138160" y="4754880"/>
            <a:ext cx="456840" cy="228240"/>
          </a:xfrm>
          <a:prstGeom prst="rect">
            <a:avLst/>
          </a:prstGeom>
          <a:noFill/>
          <a:ln w="0">
            <a:noFill/>
          </a:ln>
        </p:spPr>
        <p:txBody>
          <a:bodyPr lIns="0" tIns="0" rIns="0" bIns="0" anchor="t">
            <a:noAutofit/>
          </a:bodyPr>
          <a:lstStyle>
            <a:lvl1pPr indent="0" algn="r" defTabSz="914400">
              <a:lnSpc>
                <a:spcPct val="100000"/>
              </a:lnSpc>
              <a:buNone/>
              <a:defRPr lang="en-US" sz="900" b="0" u="none" strike="noStrike">
                <a:solidFill>
                  <a:srgbClr val="5B6B70"/>
                </a:solidFill>
                <a:effectLst/>
                <a:uFillTx/>
                <a:latin typeface="Calibri"/>
                <a:ea typeface="Calibri"/>
              </a:defRPr>
            </a:lvl1pPr>
          </a:lstStyle>
          <a:p>
            <a:pPr indent="0" algn="r" defTabSz="914400">
              <a:lnSpc>
                <a:spcPct val="100000"/>
              </a:lnSpc>
              <a:buNone/>
            </a:pPr>
            <a:fld id="{932372EE-F6D7-4FBF-97D2-8B0B8CA8AA0B}" type="slidenum">
              <a:rPr lang="en-US" sz="900" b="0" u="none" strike="noStrike">
                <a:solidFill>
                  <a:srgbClr val="5B6B70"/>
                </a:solidFill>
                <a:effectLst/>
                <a:uFillTx/>
                <a:latin typeface="Calibri"/>
                <a:ea typeface="Calibri"/>
              </a:rPr>
              <a:t>&lt;numéro&gt;</a:t>
            </a:fld>
            <a:endParaRPr lang="fr-FR" sz="900" b="0" u="none" strike="noStrike">
              <a:solidFill>
                <a:srgbClr val="000000"/>
              </a:solidFill>
              <a:effectLst/>
              <a:uFillTx/>
              <a:latin typeface="Calibri"/>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6_CHIFFRES">
    <p:bg>
      <p:bgPr>
        <a:solidFill>
          <a:srgbClr val="FFFFFF"/>
        </a:solidFill>
      </p:bgPr>
    </p:bg>
    <p:spTree>
      <p:nvGrpSpPr>
        <p:cNvPr id="1" name=""/>
        <p:cNvGrpSpPr/>
        <p:nvPr/>
      </p:nvGrpSpPr>
      <p:grpSpPr>
        <a:xfrm>
          <a:off x="0" y="0"/>
          <a:ext cx="0" cy="0"/>
          <a:chOff x="0" y="0"/>
          <a:chExt cx="0" cy="0"/>
        </a:xfrm>
      </p:grpSpPr>
      <p:sp>
        <p:nvSpPr>
          <p:cNvPr id="117" name="Text 0"/>
          <p:cNvSpPr/>
          <p:nvPr/>
        </p:nvSpPr>
        <p:spPr>
          <a:xfrm>
            <a:off x="548640" y="4754880"/>
            <a:ext cx="36572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B6B70"/>
                </a:solidFill>
                <a:effectLst/>
                <a:uFillTx/>
                <a:latin typeface="Calibri"/>
                <a:ea typeface="Calibri"/>
              </a:rPr>
              <a:t>Service ReLM · INIST-CNRS · Revue interne</a:t>
            </a:r>
            <a:endParaRPr lang="fr-FR" sz="900" b="0" u="none" strike="noStrike">
              <a:solidFill>
                <a:srgbClr val="000000"/>
              </a:solidFill>
              <a:effectLst/>
              <a:uFillTx/>
              <a:latin typeface="Calibri"/>
            </a:endParaRPr>
          </a:p>
        </p:txBody>
      </p:sp>
      <p:sp>
        <p:nvSpPr>
          <p:cNvPr id="118" name="PlaceHolder 1"/>
          <p:cNvSpPr>
            <a:spLocks noGrp="1"/>
          </p:cNvSpPr>
          <p:nvPr>
            <p:ph type="title" hasCustomPrompt="1"/>
          </p:nvPr>
        </p:nvSpPr>
        <p:spPr>
          <a:xfrm>
            <a:off x="548640" y="365760"/>
            <a:ext cx="8046360" cy="5482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2800" b="1" u="none" strike="noStrike">
                <a:solidFill>
                  <a:srgbClr val="12343B"/>
                </a:solidFill>
                <a:effectLst/>
                <a:uFillTx/>
                <a:latin typeface="Cambria"/>
                <a:ea typeface="Cambria"/>
              </a:defRPr>
            </a:lvl1pPr>
          </a:lstStyle>
          <a:p>
            <a:pPr indent="0" algn="l" defTabSz="914400">
              <a:lnSpc>
                <a:spcPct val="100000"/>
              </a:lnSpc>
              <a:buNone/>
              <a:tabLst>
                <a:tab pos="0" algn="l"/>
              </a:tabLst>
            </a:pPr>
            <a:r>
              <a:rPr lang="en-US" sz="2800" b="1" u="none" strike="noStrike">
                <a:solidFill>
                  <a:srgbClr val="12343B"/>
                </a:solidFill>
                <a:effectLst/>
                <a:uFillTx/>
                <a:latin typeface="Cambria"/>
                <a:ea typeface="Cambria"/>
              </a:rPr>
              <a:t>Titre de la diapositive</a:t>
            </a:r>
            <a:endParaRPr lang="en-US" sz="2800" b="1" u="none" strike="noStrike">
              <a:solidFill>
                <a:srgbClr val="12343B"/>
              </a:solidFill>
              <a:effectLst/>
              <a:uFillTx/>
              <a:latin typeface="Cambria"/>
            </a:endParaRPr>
          </a:p>
        </p:txBody>
      </p:sp>
      <p:sp>
        <p:nvSpPr>
          <p:cNvPr id="119" name="PlaceHolder 2"/>
          <p:cNvSpPr>
            <a:spLocks noGrp="1"/>
          </p:cNvSpPr>
          <p:nvPr>
            <p:ph type="body" hasCustomPrompt="1"/>
          </p:nvPr>
        </p:nvSpPr>
        <p:spPr>
          <a:xfrm>
            <a:off x="548640" y="914400"/>
            <a:ext cx="8046360" cy="319680"/>
          </a:xfrm>
          <a:prstGeom prst="rect">
            <a:avLst/>
          </a:prstGeom>
          <a:noFill/>
          <a:ln w="0">
            <a:noFill/>
          </a:ln>
        </p:spPr>
        <p:txBody>
          <a:bodyPr lIns="90000" tIns="45000" rIns="90000" bIns="45000" anchor="t">
            <a:noAutofit/>
          </a:bodyPr>
          <a:lstStyle>
            <a:lvl1pPr indent="0" algn="l" defTabSz="914400">
              <a:lnSpc>
                <a:spcPct val="100000"/>
              </a:lnSpc>
              <a:spcBef>
                <a:spcPts val="261"/>
              </a:spcBef>
              <a:buNone/>
              <a:tabLst>
                <a:tab pos="0" algn="l"/>
              </a:tabLst>
              <a:defRPr lang="en-US" sz="1300" b="0" i="1" u="none" strike="noStrike">
                <a:solidFill>
                  <a:srgbClr val="5B6B70"/>
                </a:solidFill>
                <a:effectLst/>
                <a:uFillTx/>
                <a:latin typeface="Calibri"/>
                <a:ea typeface="Calibri"/>
              </a:defRPr>
            </a:lvl1pPr>
          </a:lstStyle>
          <a:p>
            <a:pPr indent="0" algn="l" defTabSz="914400">
              <a:lnSpc>
                <a:spcPct val="100000"/>
              </a:lnSpc>
              <a:spcBef>
                <a:spcPts val="261"/>
              </a:spcBef>
              <a:buNone/>
              <a:tabLst>
                <a:tab pos="0" algn="l"/>
              </a:tabLst>
            </a:pPr>
            <a:r>
              <a:rPr lang="en-US" sz="1300" b="0" i="1" u="none" strike="noStrike">
                <a:solidFill>
                  <a:srgbClr val="5B6B70"/>
                </a:solidFill>
                <a:effectLst/>
                <a:uFillTx/>
                <a:latin typeface="Calibri"/>
                <a:ea typeface="Calibri"/>
              </a:rPr>
              <a:t>Sous-titre ou message clé</a:t>
            </a:r>
            <a:endParaRPr lang="en-US" sz="1300" b="0" i="1" u="none" strike="noStrike">
              <a:solidFill>
                <a:srgbClr val="5B6B70"/>
              </a:solidFill>
              <a:effectLst/>
              <a:uFillTx/>
              <a:latin typeface="Calibri"/>
            </a:endParaRPr>
          </a:p>
        </p:txBody>
      </p:sp>
      <p:sp>
        <p:nvSpPr>
          <p:cNvPr id="120" name="Shape 1"/>
          <p:cNvSpPr/>
          <p:nvPr/>
        </p:nvSpPr>
        <p:spPr>
          <a:xfrm>
            <a:off x="548640" y="1600200"/>
            <a:ext cx="1828440" cy="2102760"/>
          </a:xfrm>
          <a:prstGeom prst="rect">
            <a:avLst/>
          </a:prstGeom>
          <a:solidFill>
            <a:srgbClr val="12343B"/>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Calibri"/>
            </a:endParaRPr>
          </a:p>
        </p:txBody>
      </p:sp>
      <p:sp>
        <p:nvSpPr>
          <p:cNvPr id="121" name="Shape 2"/>
          <p:cNvSpPr/>
          <p:nvPr/>
        </p:nvSpPr>
        <p:spPr>
          <a:xfrm>
            <a:off x="2606040" y="1600200"/>
            <a:ext cx="1828440" cy="210276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sp>
        <p:nvSpPr>
          <p:cNvPr id="122" name="Shape 3"/>
          <p:cNvSpPr/>
          <p:nvPr/>
        </p:nvSpPr>
        <p:spPr>
          <a:xfrm>
            <a:off x="4663440" y="1600200"/>
            <a:ext cx="1828440" cy="210276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sp>
        <p:nvSpPr>
          <p:cNvPr id="123" name="Shape 4"/>
          <p:cNvSpPr/>
          <p:nvPr/>
        </p:nvSpPr>
        <p:spPr>
          <a:xfrm>
            <a:off x="6720840" y="1600200"/>
            <a:ext cx="1828440" cy="210276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sp>
        <p:nvSpPr>
          <p:cNvPr id="124" name="PlaceHolder 3"/>
          <p:cNvSpPr>
            <a:spLocks noGrp="1"/>
          </p:cNvSpPr>
          <p:nvPr>
            <p:ph type="body" hasCustomPrompt="1"/>
          </p:nvPr>
        </p:nvSpPr>
        <p:spPr>
          <a:xfrm>
            <a:off x="548640" y="1965960"/>
            <a:ext cx="1828440" cy="822600"/>
          </a:xfrm>
          <a:prstGeom prst="rect">
            <a:avLst/>
          </a:prstGeom>
          <a:noFill/>
          <a:ln w="0">
            <a:noFill/>
          </a:ln>
        </p:spPr>
        <p:txBody>
          <a:bodyPr lIns="90000" tIns="45000" rIns="90000" bIns="45000" anchor="t">
            <a:noAutofit/>
          </a:bodyPr>
          <a:lstStyle>
            <a:lvl1pPr indent="0" algn="ctr" defTabSz="914400">
              <a:lnSpc>
                <a:spcPct val="100000"/>
              </a:lnSpc>
              <a:spcBef>
                <a:spcPts val="760"/>
              </a:spcBef>
              <a:buNone/>
              <a:tabLst>
                <a:tab pos="0" algn="l"/>
              </a:tabLst>
              <a:defRPr lang="en-US" sz="3800" b="1" u="none" strike="noStrike">
                <a:solidFill>
                  <a:srgbClr val="D98E04"/>
                </a:solidFill>
                <a:effectLst/>
                <a:uFillTx/>
                <a:latin typeface="Cambria"/>
                <a:ea typeface="Cambria"/>
              </a:defRPr>
            </a:lvl1pPr>
          </a:lstStyle>
          <a:p>
            <a:pPr indent="0" algn="ctr" defTabSz="914400">
              <a:lnSpc>
                <a:spcPct val="100000"/>
              </a:lnSpc>
              <a:spcBef>
                <a:spcPts val="760"/>
              </a:spcBef>
              <a:buNone/>
              <a:tabLst>
                <a:tab pos="0" algn="l"/>
              </a:tabLst>
            </a:pPr>
            <a:r>
              <a:rPr lang="en-US" sz="3800" b="1" u="none" strike="noStrike">
                <a:solidFill>
                  <a:srgbClr val="D98E04"/>
                </a:solidFill>
                <a:effectLst/>
                <a:uFillTx/>
                <a:latin typeface="Cambria"/>
                <a:ea typeface="Cambria"/>
              </a:rPr>
              <a:t>00</a:t>
            </a:r>
            <a:endParaRPr lang="en-US" sz="3800" b="0" i="1" u="none" strike="noStrike">
              <a:solidFill>
                <a:srgbClr val="5B6B70"/>
              </a:solidFill>
              <a:effectLst/>
              <a:uFillTx/>
              <a:latin typeface="Calibri"/>
            </a:endParaRPr>
          </a:p>
        </p:txBody>
      </p:sp>
      <p:sp>
        <p:nvSpPr>
          <p:cNvPr id="125" name="PlaceHolder 4"/>
          <p:cNvSpPr>
            <a:spLocks noGrp="1"/>
          </p:cNvSpPr>
          <p:nvPr>
            <p:ph type="body" hasCustomPrompt="1"/>
          </p:nvPr>
        </p:nvSpPr>
        <p:spPr>
          <a:xfrm>
            <a:off x="2606040" y="1965960"/>
            <a:ext cx="1828440" cy="822600"/>
          </a:xfrm>
          <a:prstGeom prst="rect">
            <a:avLst/>
          </a:prstGeom>
          <a:noFill/>
          <a:ln w="0">
            <a:noFill/>
          </a:ln>
        </p:spPr>
        <p:txBody>
          <a:bodyPr lIns="90000" tIns="45000" rIns="90000" bIns="45000" anchor="t">
            <a:noAutofit/>
          </a:bodyPr>
          <a:lstStyle>
            <a:lvl1pPr indent="0" algn="ctr" defTabSz="914400">
              <a:lnSpc>
                <a:spcPct val="100000"/>
              </a:lnSpc>
              <a:spcBef>
                <a:spcPts val="760"/>
              </a:spcBef>
              <a:buNone/>
              <a:tabLst>
                <a:tab pos="0" algn="l"/>
              </a:tabLst>
              <a:defRPr lang="en-US" sz="3800" b="1" u="none" strike="noStrike">
                <a:solidFill>
                  <a:srgbClr val="12343B"/>
                </a:solidFill>
                <a:effectLst/>
                <a:uFillTx/>
                <a:latin typeface="Cambria"/>
                <a:ea typeface="Cambria"/>
              </a:defRPr>
            </a:lvl1pPr>
          </a:lstStyle>
          <a:p>
            <a:pPr indent="0" algn="ctr" defTabSz="914400">
              <a:lnSpc>
                <a:spcPct val="100000"/>
              </a:lnSpc>
              <a:spcBef>
                <a:spcPts val="760"/>
              </a:spcBef>
              <a:buNone/>
              <a:tabLst>
                <a:tab pos="0" algn="l"/>
              </a:tabLst>
            </a:pPr>
            <a:r>
              <a:rPr lang="en-US" sz="3800" b="1" u="none" strike="noStrike">
                <a:solidFill>
                  <a:srgbClr val="12343B"/>
                </a:solidFill>
                <a:effectLst/>
                <a:uFillTx/>
                <a:latin typeface="Cambria"/>
                <a:ea typeface="Cambria"/>
              </a:rPr>
              <a:t>00</a:t>
            </a:r>
            <a:endParaRPr lang="en-US" sz="3800" b="0" i="1" u="none" strike="noStrike">
              <a:solidFill>
                <a:srgbClr val="5B6B70"/>
              </a:solidFill>
              <a:effectLst/>
              <a:uFillTx/>
              <a:latin typeface="Calibri"/>
            </a:endParaRPr>
          </a:p>
        </p:txBody>
      </p:sp>
      <p:sp>
        <p:nvSpPr>
          <p:cNvPr id="126" name="PlaceHolder 5"/>
          <p:cNvSpPr>
            <a:spLocks noGrp="1"/>
          </p:cNvSpPr>
          <p:nvPr>
            <p:ph type="body" hasCustomPrompt="1"/>
          </p:nvPr>
        </p:nvSpPr>
        <p:spPr>
          <a:xfrm>
            <a:off x="4663440" y="1965960"/>
            <a:ext cx="1828440" cy="822600"/>
          </a:xfrm>
          <a:prstGeom prst="rect">
            <a:avLst/>
          </a:prstGeom>
          <a:noFill/>
          <a:ln w="0">
            <a:noFill/>
          </a:ln>
        </p:spPr>
        <p:txBody>
          <a:bodyPr lIns="90000" tIns="45000" rIns="90000" bIns="45000" anchor="t">
            <a:noAutofit/>
          </a:bodyPr>
          <a:lstStyle>
            <a:lvl1pPr indent="0" algn="ctr" defTabSz="914400">
              <a:lnSpc>
                <a:spcPct val="100000"/>
              </a:lnSpc>
              <a:spcBef>
                <a:spcPts val="760"/>
              </a:spcBef>
              <a:buNone/>
              <a:tabLst>
                <a:tab pos="0" algn="l"/>
              </a:tabLst>
              <a:defRPr lang="en-US" sz="3800" b="1" u="none" strike="noStrike">
                <a:solidFill>
                  <a:srgbClr val="12343B"/>
                </a:solidFill>
                <a:effectLst/>
                <a:uFillTx/>
                <a:latin typeface="Cambria"/>
                <a:ea typeface="Cambria"/>
              </a:defRPr>
            </a:lvl1pPr>
          </a:lstStyle>
          <a:p>
            <a:pPr indent="0" algn="ctr" defTabSz="914400">
              <a:lnSpc>
                <a:spcPct val="100000"/>
              </a:lnSpc>
              <a:spcBef>
                <a:spcPts val="760"/>
              </a:spcBef>
              <a:buNone/>
              <a:tabLst>
                <a:tab pos="0" algn="l"/>
              </a:tabLst>
            </a:pPr>
            <a:r>
              <a:rPr lang="en-US" sz="3800" b="1" u="none" strike="noStrike">
                <a:solidFill>
                  <a:srgbClr val="12343B"/>
                </a:solidFill>
                <a:effectLst/>
                <a:uFillTx/>
                <a:latin typeface="Cambria"/>
                <a:ea typeface="Cambria"/>
              </a:rPr>
              <a:t>00</a:t>
            </a:r>
            <a:endParaRPr lang="en-US" sz="3800" b="0" i="1" u="none" strike="noStrike">
              <a:solidFill>
                <a:srgbClr val="5B6B70"/>
              </a:solidFill>
              <a:effectLst/>
              <a:uFillTx/>
              <a:latin typeface="Calibri"/>
            </a:endParaRPr>
          </a:p>
        </p:txBody>
      </p:sp>
      <p:sp>
        <p:nvSpPr>
          <p:cNvPr id="127" name="PlaceHolder 6"/>
          <p:cNvSpPr>
            <a:spLocks noGrp="1"/>
          </p:cNvSpPr>
          <p:nvPr>
            <p:ph type="body" hasCustomPrompt="1"/>
          </p:nvPr>
        </p:nvSpPr>
        <p:spPr>
          <a:xfrm>
            <a:off x="6720840" y="1965960"/>
            <a:ext cx="1828440" cy="822600"/>
          </a:xfrm>
          <a:prstGeom prst="rect">
            <a:avLst/>
          </a:prstGeom>
          <a:noFill/>
          <a:ln w="0">
            <a:noFill/>
          </a:ln>
        </p:spPr>
        <p:txBody>
          <a:bodyPr lIns="90000" tIns="45000" rIns="90000" bIns="45000" anchor="t">
            <a:noAutofit/>
          </a:bodyPr>
          <a:lstStyle>
            <a:lvl1pPr indent="0" algn="ctr" defTabSz="914400">
              <a:lnSpc>
                <a:spcPct val="100000"/>
              </a:lnSpc>
              <a:spcBef>
                <a:spcPts val="760"/>
              </a:spcBef>
              <a:buNone/>
              <a:tabLst>
                <a:tab pos="0" algn="l"/>
              </a:tabLst>
              <a:defRPr lang="en-US" sz="3800" b="1" u="none" strike="noStrike">
                <a:solidFill>
                  <a:srgbClr val="12343B"/>
                </a:solidFill>
                <a:effectLst/>
                <a:uFillTx/>
                <a:latin typeface="Cambria"/>
                <a:ea typeface="Cambria"/>
              </a:defRPr>
            </a:lvl1pPr>
          </a:lstStyle>
          <a:p>
            <a:pPr indent="0" algn="ctr" defTabSz="914400">
              <a:lnSpc>
                <a:spcPct val="100000"/>
              </a:lnSpc>
              <a:spcBef>
                <a:spcPts val="760"/>
              </a:spcBef>
              <a:buNone/>
              <a:tabLst>
                <a:tab pos="0" algn="l"/>
              </a:tabLst>
            </a:pPr>
            <a:r>
              <a:rPr lang="en-US" sz="3800" b="1" u="none" strike="noStrike">
                <a:solidFill>
                  <a:srgbClr val="12343B"/>
                </a:solidFill>
                <a:effectLst/>
                <a:uFillTx/>
                <a:latin typeface="Cambria"/>
                <a:ea typeface="Cambria"/>
              </a:rPr>
              <a:t>00</a:t>
            </a:r>
            <a:endParaRPr lang="en-US" sz="3800" b="0" i="1" u="none" strike="noStrike">
              <a:solidFill>
                <a:srgbClr val="5B6B70"/>
              </a:solidFill>
              <a:effectLst/>
              <a:uFillTx/>
              <a:latin typeface="Calibri"/>
            </a:endParaRPr>
          </a:p>
        </p:txBody>
      </p:sp>
      <p:sp>
        <p:nvSpPr>
          <p:cNvPr id="128" name="PlaceHolder 7"/>
          <p:cNvSpPr>
            <a:spLocks noGrp="1"/>
          </p:cNvSpPr>
          <p:nvPr>
            <p:ph type="body" hasCustomPrompt="1"/>
          </p:nvPr>
        </p:nvSpPr>
        <p:spPr>
          <a:xfrm>
            <a:off x="685800" y="2834640"/>
            <a:ext cx="1554120" cy="548280"/>
          </a:xfrm>
          <a:prstGeom prst="rect">
            <a:avLst/>
          </a:prstGeom>
          <a:noFill/>
          <a:ln w="0">
            <a:noFill/>
          </a:ln>
        </p:spPr>
        <p:txBody>
          <a:bodyPr lIns="90000" tIns="45000" rIns="90000" bIns="45000" anchor="t">
            <a:noAutofit/>
          </a:bodyPr>
          <a:lstStyle>
            <a:lvl1pPr indent="0" algn="ctr" defTabSz="914400">
              <a:lnSpc>
                <a:spcPct val="100000"/>
              </a:lnSpc>
              <a:spcBef>
                <a:spcPts val="261"/>
              </a:spcBef>
              <a:buNone/>
              <a:tabLst>
                <a:tab pos="0" algn="l"/>
              </a:tabLst>
              <a:defRPr lang="en-US" sz="1300" b="0" u="none" strike="noStrike">
                <a:solidFill>
                  <a:srgbClr val="FFFFFF"/>
                </a:solidFill>
                <a:effectLst/>
                <a:uFillTx/>
                <a:latin typeface="Calibri"/>
                <a:ea typeface="Calibri"/>
              </a:defRPr>
            </a:lvl1pPr>
          </a:lstStyle>
          <a:p>
            <a:pPr indent="0" algn="ctr" defTabSz="914400">
              <a:lnSpc>
                <a:spcPct val="100000"/>
              </a:lnSpc>
              <a:spcBef>
                <a:spcPts val="261"/>
              </a:spcBef>
              <a:buNone/>
              <a:tabLst>
                <a:tab pos="0" algn="l"/>
              </a:tabLst>
            </a:pPr>
            <a:r>
              <a:rPr lang="en-US" sz="1300" b="0" u="none" strike="noStrike">
                <a:solidFill>
                  <a:srgbClr val="FFFFFF"/>
                </a:solidFill>
                <a:effectLst/>
                <a:uFillTx/>
                <a:latin typeface="Calibri"/>
                <a:ea typeface="Calibri"/>
              </a:rPr>
              <a:t>Libellé</a:t>
            </a:r>
            <a:endParaRPr lang="en-US" sz="1300" b="0" i="1" u="none" strike="noStrike">
              <a:solidFill>
                <a:srgbClr val="5B6B70"/>
              </a:solidFill>
              <a:effectLst/>
              <a:uFillTx/>
              <a:latin typeface="Calibri"/>
            </a:endParaRPr>
          </a:p>
        </p:txBody>
      </p:sp>
      <p:sp>
        <p:nvSpPr>
          <p:cNvPr id="129" name="PlaceHolder 8"/>
          <p:cNvSpPr>
            <a:spLocks noGrp="1"/>
          </p:cNvSpPr>
          <p:nvPr>
            <p:ph type="body" hasCustomPrompt="1"/>
          </p:nvPr>
        </p:nvSpPr>
        <p:spPr>
          <a:xfrm>
            <a:off x="2743200" y="2834640"/>
            <a:ext cx="1554120" cy="548280"/>
          </a:xfrm>
          <a:prstGeom prst="rect">
            <a:avLst/>
          </a:prstGeom>
          <a:noFill/>
          <a:ln w="0">
            <a:noFill/>
          </a:ln>
        </p:spPr>
        <p:txBody>
          <a:bodyPr lIns="90000" tIns="45000" rIns="90000" bIns="45000" anchor="t">
            <a:noAutofit/>
          </a:bodyPr>
          <a:lstStyle>
            <a:lvl1pPr indent="0" algn="ctr" defTabSz="914400">
              <a:lnSpc>
                <a:spcPct val="100000"/>
              </a:lnSpc>
              <a:spcBef>
                <a:spcPts val="261"/>
              </a:spcBef>
              <a:buNone/>
              <a:tabLst>
                <a:tab pos="0" algn="l"/>
              </a:tabLst>
              <a:defRPr lang="en-US" sz="1300" b="0" u="none" strike="noStrike">
                <a:solidFill>
                  <a:srgbClr val="5B6B70"/>
                </a:solidFill>
                <a:effectLst/>
                <a:uFillTx/>
                <a:latin typeface="Calibri"/>
                <a:ea typeface="Calibri"/>
              </a:defRPr>
            </a:lvl1pPr>
          </a:lstStyle>
          <a:p>
            <a:pPr indent="0" algn="ctr" defTabSz="914400">
              <a:lnSpc>
                <a:spcPct val="100000"/>
              </a:lnSpc>
              <a:spcBef>
                <a:spcPts val="261"/>
              </a:spcBef>
              <a:buNone/>
              <a:tabLst>
                <a:tab pos="0" algn="l"/>
              </a:tabLst>
            </a:pPr>
            <a:r>
              <a:rPr lang="en-US" sz="1300" b="0" u="none" strike="noStrike">
                <a:solidFill>
                  <a:srgbClr val="5B6B70"/>
                </a:solidFill>
                <a:effectLst/>
                <a:uFillTx/>
                <a:latin typeface="Calibri"/>
                <a:ea typeface="Calibri"/>
              </a:rPr>
              <a:t>Libellé</a:t>
            </a:r>
            <a:endParaRPr lang="en-US" sz="1300" b="0" i="1" u="none" strike="noStrike">
              <a:solidFill>
                <a:srgbClr val="5B6B70"/>
              </a:solidFill>
              <a:effectLst/>
              <a:uFillTx/>
              <a:latin typeface="Calibri"/>
            </a:endParaRPr>
          </a:p>
        </p:txBody>
      </p:sp>
      <p:sp>
        <p:nvSpPr>
          <p:cNvPr id="130" name="PlaceHolder 9"/>
          <p:cNvSpPr>
            <a:spLocks noGrp="1"/>
          </p:cNvSpPr>
          <p:nvPr>
            <p:ph type="body" hasCustomPrompt="1"/>
          </p:nvPr>
        </p:nvSpPr>
        <p:spPr>
          <a:xfrm>
            <a:off x="4800600" y="2834640"/>
            <a:ext cx="1554120" cy="548280"/>
          </a:xfrm>
          <a:prstGeom prst="rect">
            <a:avLst/>
          </a:prstGeom>
          <a:noFill/>
          <a:ln w="0">
            <a:noFill/>
          </a:ln>
        </p:spPr>
        <p:txBody>
          <a:bodyPr lIns="90000" tIns="45000" rIns="90000" bIns="45000" anchor="t">
            <a:noAutofit/>
          </a:bodyPr>
          <a:lstStyle>
            <a:lvl1pPr indent="0" algn="ctr" defTabSz="914400">
              <a:lnSpc>
                <a:spcPct val="100000"/>
              </a:lnSpc>
              <a:spcBef>
                <a:spcPts val="261"/>
              </a:spcBef>
              <a:buNone/>
              <a:tabLst>
                <a:tab pos="0" algn="l"/>
              </a:tabLst>
              <a:defRPr lang="en-US" sz="1300" b="0" u="none" strike="noStrike">
                <a:solidFill>
                  <a:srgbClr val="5B6B70"/>
                </a:solidFill>
                <a:effectLst/>
                <a:uFillTx/>
                <a:latin typeface="Calibri"/>
                <a:ea typeface="Calibri"/>
              </a:defRPr>
            </a:lvl1pPr>
          </a:lstStyle>
          <a:p>
            <a:pPr indent="0" algn="ctr" defTabSz="914400">
              <a:lnSpc>
                <a:spcPct val="100000"/>
              </a:lnSpc>
              <a:spcBef>
                <a:spcPts val="261"/>
              </a:spcBef>
              <a:buNone/>
              <a:tabLst>
                <a:tab pos="0" algn="l"/>
              </a:tabLst>
            </a:pPr>
            <a:r>
              <a:rPr lang="en-US" sz="1300" b="0" u="none" strike="noStrike">
                <a:solidFill>
                  <a:srgbClr val="5B6B70"/>
                </a:solidFill>
                <a:effectLst/>
                <a:uFillTx/>
                <a:latin typeface="Calibri"/>
                <a:ea typeface="Calibri"/>
              </a:rPr>
              <a:t>Libellé</a:t>
            </a:r>
            <a:endParaRPr lang="en-US" sz="1300" b="0" i="1" u="none" strike="noStrike">
              <a:solidFill>
                <a:srgbClr val="5B6B70"/>
              </a:solidFill>
              <a:effectLst/>
              <a:uFillTx/>
              <a:latin typeface="Calibri"/>
            </a:endParaRPr>
          </a:p>
        </p:txBody>
      </p:sp>
      <p:sp>
        <p:nvSpPr>
          <p:cNvPr id="131" name="PlaceHolder 10"/>
          <p:cNvSpPr>
            <a:spLocks noGrp="1"/>
          </p:cNvSpPr>
          <p:nvPr>
            <p:ph type="body" hasCustomPrompt="1"/>
          </p:nvPr>
        </p:nvSpPr>
        <p:spPr>
          <a:xfrm>
            <a:off x="6858000" y="2834640"/>
            <a:ext cx="1554120" cy="548280"/>
          </a:xfrm>
          <a:prstGeom prst="rect">
            <a:avLst/>
          </a:prstGeom>
          <a:noFill/>
          <a:ln w="0">
            <a:noFill/>
          </a:ln>
        </p:spPr>
        <p:txBody>
          <a:bodyPr lIns="90000" tIns="45000" rIns="90000" bIns="45000" anchor="t">
            <a:noAutofit/>
          </a:bodyPr>
          <a:lstStyle>
            <a:lvl1pPr indent="0" algn="ctr" defTabSz="914400">
              <a:lnSpc>
                <a:spcPct val="100000"/>
              </a:lnSpc>
              <a:spcBef>
                <a:spcPts val="261"/>
              </a:spcBef>
              <a:buNone/>
              <a:tabLst>
                <a:tab pos="0" algn="l"/>
              </a:tabLst>
              <a:defRPr lang="en-US" sz="1300" b="0" u="none" strike="noStrike">
                <a:solidFill>
                  <a:srgbClr val="5B6B70"/>
                </a:solidFill>
                <a:effectLst/>
                <a:uFillTx/>
                <a:latin typeface="Calibri"/>
                <a:ea typeface="Calibri"/>
              </a:defRPr>
            </a:lvl1pPr>
          </a:lstStyle>
          <a:p>
            <a:pPr indent="0" algn="ctr" defTabSz="914400">
              <a:lnSpc>
                <a:spcPct val="100000"/>
              </a:lnSpc>
              <a:spcBef>
                <a:spcPts val="261"/>
              </a:spcBef>
              <a:buNone/>
              <a:tabLst>
                <a:tab pos="0" algn="l"/>
              </a:tabLst>
            </a:pPr>
            <a:r>
              <a:rPr lang="en-US" sz="1300" b="0" u="none" strike="noStrike">
                <a:solidFill>
                  <a:srgbClr val="5B6B70"/>
                </a:solidFill>
                <a:effectLst/>
                <a:uFillTx/>
                <a:latin typeface="Calibri"/>
                <a:ea typeface="Calibri"/>
              </a:rPr>
              <a:t>Libellé</a:t>
            </a:r>
            <a:endParaRPr lang="en-US" sz="1300" b="0" i="1" u="none" strike="noStrike">
              <a:solidFill>
                <a:srgbClr val="5B6B70"/>
              </a:solidFill>
              <a:effectLst/>
              <a:uFillTx/>
              <a:latin typeface="Calibri"/>
            </a:endParaRPr>
          </a:p>
        </p:txBody>
      </p:sp>
      <p:sp>
        <p:nvSpPr>
          <p:cNvPr id="132" name="PlaceHolder 11"/>
          <p:cNvSpPr>
            <a:spLocks noGrp="1"/>
          </p:cNvSpPr>
          <p:nvPr>
            <p:ph type="body" hasCustomPrompt="1"/>
          </p:nvPr>
        </p:nvSpPr>
        <p:spPr>
          <a:xfrm>
            <a:off x="548640" y="4023360"/>
            <a:ext cx="8046360" cy="273960"/>
          </a:xfrm>
          <a:prstGeom prst="rect">
            <a:avLst/>
          </a:prstGeom>
          <a:noFill/>
          <a:ln w="0">
            <a:noFill/>
          </a:ln>
        </p:spPr>
        <p:txBody>
          <a:bodyPr lIns="90000" tIns="45000" rIns="90000" bIns="45000" anchor="t">
            <a:noAutofit/>
          </a:bodyPr>
          <a:lstStyle>
            <a:lvl1pPr indent="0" algn="l" defTabSz="914400">
              <a:lnSpc>
                <a:spcPct val="100000"/>
              </a:lnSpc>
              <a:spcBef>
                <a:spcPts val="201"/>
              </a:spcBef>
              <a:buNone/>
              <a:tabLst>
                <a:tab pos="0" algn="l"/>
              </a:tabLst>
              <a:defRPr lang="en-US" sz="1000" b="0" i="1" u="none" strike="noStrike">
                <a:solidFill>
                  <a:srgbClr val="5B6B70"/>
                </a:solidFill>
                <a:effectLst/>
                <a:uFillTx/>
                <a:latin typeface="Calibri"/>
                <a:ea typeface="Calibri"/>
              </a:defRPr>
            </a:lvl1pPr>
          </a:lstStyle>
          <a:p>
            <a:pPr indent="0" algn="l" defTabSz="914400">
              <a:lnSpc>
                <a:spcPct val="100000"/>
              </a:lnSpc>
              <a:spcBef>
                <a:spcPts val="201"/>
              </a:spcBef>
              <a:buNone/>
              <a:tabLst>
                <a:tab pos="0" algn="l"/>
              </a:tabLst>
            </a:pPr>
            <a:r>
              <a:rPr lang="en-US" sz="1000" b="0" i="1" u="none" strike="noStrike">
                <a:solidFill>
                  <a:srgbClr val="5B6B70"/>
                </a:solidFill>
                <a:effectLst/>
                <a:uFillTx/>
                <a:latin typeface="Calibri"/>
                <a:ea typeface="Calibri"/>
              </a:rPr>
              <a:t>Source</a:t>
            </a:r>
            <a:endParaRPr lang="en-US" sz="1000" b="0" i="1" u="none" strike="noStrike">
              <a:solidFill>
                <a:srgbClr val="5B6B70"/>
              </a:solidFill>
              <a:effectLst/>
              <a:uFillTx/>
              <a:latin typeface="Calibri"/>
            </a:endParaRPr>
          </a:p>
        </p:txBody>
      </p:sp>
      <p:sp>
        <p:nvSpPr>
          <p:cNvPr id="133" name="PlaceHolder 12"/>
          <p:cNvSpPr>
            <a:spLocks noGrp="1"/>
          </p:cNvSpPr>
          <p:nvPr>
            <p:ph type="sldNum" idx="8"/>
          </p:nvPr>
        </p:nvSpPr>
        <p:spPr>
          <a:xfrm>
            <a:off x="8138160" y="4754880"/>
            <a:ext cx="456840" cy="228240"/>
          </a:xfrm>
          <a:prstGeom prst="rect">
            <a:avLst/>
          </a:prstGeom>
          <a:noFill/>
          <a:ln w="0">
            <a:noFill/>
          </a:ln>
        </p:spPr>
        <p:txBody>
          <a:bodyPr lIns="0" tIns="0" rIns="0" bIns="0" anchor="t">
            <a:noAutofit/>
          </a:bodyPr>
          <a:lstStyle>
            <a:lvl1pPr indent="0" algn="r" defTabSz="914400">
              <a:lnSpc>
                <a:spcPct val="100000"/>
              </a:lnSpc>
              <a:buNone/>
              <a:defRPr lang="en-US" sz="900" b="0" u="none" strike="noStrike">
                <a:solidFill>
                  <a:srgbClr val="5B6B70"/>
                </a:solidFill>
                <a:effectLst/>
                <a:uFillTx/>
                <a:latin typeface="Calibri"/>
                <a:ea typeface="Calibri"/>
              </a:defRPr>
            </a:lvl1pPr>
          </a:lstStyle>
          <a:p>
            <a:pPr indent="0" algn="r" defTabSz="914400">
              <a:lnSpc>
                <a:spcPct val="100000"/>
              </a:lnSpc>
              <a:buNone/>
            </a:pPr>
            <a:fld id="{FCF5E6B6-1C09-47D5-BD03-A5BE9C2FC473}" type="slidenum">
              <a:rPr lang="en-US" sz="900" b="0" u="none" strike="noStrike">
                <a:solidFill>
                  <a:srgbClr val="5B6B70"/>
                </a:solidFill>
                <a:effectLst/>
                <a:uFillTx/>
                <a:latin typeface="Calibri"/>
                <a:ea typeface="Calibri"/>
              </a:rPr>
              <a:t>&lt;numéro&gt;</a:t>
            </a:fld>
            <a:endParaRPr lang="fr-FR" sz="900" b="0" u="none" strike="noStrike">
              <a:solidFill>
                <a:srgbClr val="000000"/>
              </a:solidFill>
              <a:effectLst/>
              <a:uFillTx/>
              <a:latin typeface="Calibri"/>
            </a:endParaRPr>
          </a:p>
        </p:txBody>
      </p:sp>
    </p:spTree>
  </p:cSld>
  <p:clrMapOvr>
    <a:masterClrMapping/>
  </p:clrMapOvr>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7_IMAGE_TEXTE">
    <p:bg>
      <p:bgPr>
        <a:solidFill>
          <a:srgbClr val="FFFFFF"/>
        </a:solidFill>
      </p:bgPr>
    </p:bg>
    <p:spTree>
      <p:nvGrpSpPr>
        <p:cNvPr id="1" name=""/>
        <p:cNvGrpSpPr/>
        <p:nvPr/>
      </p:nvGrpSpPr>
      <p:grpSpPr>
        <a:xfrm>
          <a:off x="0" y="0"/>
          <a:ext cx="0" cy="0"/>
          <a:chOff x="0" y="0"/>
          <a:chExt cx="0" cy="0"/>
        </a:xfrm>
      </p:grpSpPr>
      <p:sp>
        <p:nvSpPr>
          <p:cNvPr id="134" name="Text 0"/>
          <p:cNvSpPr/>
          <p:nvPr/>
        </p:nvSpPr>
        <p:spPr>
          <a:xfrm>
            <a:off x="548640" y="4754880"/>
            <a:ext cx="36572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B6B70"/>
                </a:solidFill>
                <a:effectLst/>
                <a:uFillTx/>
                <a:latin typeface="Calibri"/>
                <a:ea typeface="Calibri"/>
              </a:rPr>
              <a:t>Service ReLM · INIST-CNRS · Revue interne</a:t>
            </a:r>
            <a:endParaRPr lang="fr-FR" sz="900" b="0" u="none" strike="noStrike">
              <a:solidFill>
                <a:srgbClr val="000000"/>
              </a:solidFill>
              <a:effectLst/>
              <a:uFillTx/>
              <a:latin typeface="Calibri"/>
            </a:endParaRPr>
          </a:p>
        </p:txBody>
      </p:sp>
      <p:sp>
        <p:nvSpPr>
          <p:cNvPr id="135" name="PlaceHolder 1"/>
          <p:cNvSpPr>
            <a:spLocks noGrp="1"/>
          </p:cNvSpPr>
          <p:nvPr>
            <p:ph type="title" hasCustomPrompt="1"/>
          </p:nvPr>
        </p:nvSpPr>
        <p:spPr>
          <a:xfrm>
            <a:off x="548640" y="365760"/>
            <a:ext cx="8046360" cy="5482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2800" b="1" u="none" strike="noStrike">
                <a:solidFill>
                  <a:srgbClr val="12343B"/>
                </a:solidFill>
                <a:effectLst/>
                <a:uFillTx/>
                <a:latin typeface="Cambria"/>
                <a:ea typeface="Cambria"/>
              </a:defRPr>
            </a:lvl1pPr>
          </a:lstStyle>
          <a:p>
            <a:pPr indent="0" algn="l" defTabSz="914400">
              <a:lnSpc>
                <a:spcPct val="100000"/>
              </a:lnSpc>
              <a:buNone/>
              <a:tabLst>
                <a:tab pos="0" algn="l"/>
              </a:tabLst>
            </a:pPr>
            <a:r>
              <a:rPr lang="en-US" sz="2800" b="1" u="none" strike="noStrike">
                <a:solidFill>
                  <a:srgbClr val="12343B"/>
                </a:solidFill>
                <a:effectLst/>
                <a:uFillTx/>
                <a:latin typeface="Cambria"/>
                <a:ea typeface="Cambria"/>
              </a:rPr>
              <a:t>Titre de la diapositive</a:t>
            </a:r>
            <a:endParaRPr lang="en-US" sz="2800" b="1" u="none" strike="noStrike">
              <a:solidFill>
                <a:srgbClr val="12343B"/>
              </a:solidFill>
              <a:effectLst/>
              <a:uFillTx/>
              <a:latin typeface="Cambria"/>
            </a:endParaRPr>
          </a:p>
        </p:txBody>
      </p:sp>
      <p:sp>
        <p:nvSpPr>
          <p:cNvPr id="136" name="Shape 1"/>
          <p:cNvSpPr/>
          <p:nvPr/>
        </p:nvSpPr>
        <p:spPr>
          <a:xfrm>
            <a:off x="548640" y="1188720"/>
            <a:ext cx="4845960" cy="3291480"/>
          </a:xfrm>
          <a:prstGeom prst="rect">
            <a:avLst/>
          </a:prstGeom>
          <a:solidFill>
            <a:srgbClr val="E4F0EE"/>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Calibri"/>
            </a:endParaRPr>
          </a:p>
        </p:txBody>
      </p:sp>
      <p:sp>
        <p:nvSpPr>
          <p:cNvPr id="137" name="PlaceHolder 2"/>
          <p:cNvSpPr>
            <a:spLocks noGrp="1"/>
          </p:cNvSpPr>
          <p:nvPr>
            <p:ph type="body"/>
          </p:nvPr>
        </p:nvSpPr>
        <p:spPr>
          <a:xfrm>
            <a:off x="548640" y="1188720"/>
            <a:ext cx="4845960" cy="3291480"/>
          </a:xfrm>
          <a:prstGeom prst="rect">
            <a:avLst/>
          </a:prstGeom>
          <a:noFill/>
          <a:ln w="0">
            <a:noFill/>
          </a:ln>
        </p:spPr>
        <p:txBody>
          <a:bodyPr lIns="90000" tIns="45000" rIns="90000" bIns="45000" anchor="t">
            <a:noAutofit/>
          </a:bodyPr>
          <a:p>
            <a:pPr indent="0" algn="l" defTabSz="914400">
              <a:spcBef>
                <a:spcPts val="281"/>
              </a:spcBef>
              <a:buNone/>
              <a:tabLst>
                <a:tab pos="0" algn="l"/>
              </a:tabLst>
            </a:pPr>
            <a:endParaRPr lang="en-US" sz="3200" b="0" u="none" strike="noStrike">
              <a:solidFill>
                <a:srgbClr val="1F2A2E"/>
              </a:solidFill>
              <a:effectLst/>
              <a:uFillTx/>
              <a:latin typeface="Calibri"/>
              <a:ea typeface="Calibri"/>
            </a:endParaRPr>
          </a:p>
        </p:txBody>
      </p:sp>
      <p:sp>
        <p:nvSpPr>
          <p:cNvPr id="138" name="PlaceHolder 3"/>
          <p:cNvSpPr>
            <a:spLocks noGrp="1"/>
          </p:cNvSpPr>
          <p:nvPr>
            <p:ph type="body" hasCustomPrompt="1"/>
          </p:nvPr>
        </p:nvSpPr>
        <p:spPr>
          <a:xfrm>
            <a:off x="5760720" y="1280160"/>
            <a:ext cx="2834280" cy="3200040"/>
          </a:xfrm>
          <a:prstGeom prst="rect">
            <a:avLst/>
          </a:prstGeom>
          <a:noFill/>
          <a:ln w="0">
            <a:noFill/>
          </a:ln>
        </p:spPr>
        <p:txBody>
          <a:bodyPr lIns="90000" tIns="45000" rIns="90000" bIns="45000" anchor="t">
            <a:noAutofit/>
          </a:bodyPr>
          <a:lstStyle>
            <a:lvl1pPr indent="0" algn="l" defTabSz="914400">
              <a:lnSpc>
                <a:spcPct val="100000"/>
              </a:lnSpc>
              <a:spcBef>
                <a:spcPts val="281"/>
              </a:spcBef>
              <a:buNone/>
              <a:tabLst>
                <a:tab pos="0" algn="l"/>
              </a:tabLst>
              <a:defRPr lang="en-US" sz="1400" b="0" u="none" strike="noStrike">
                <a:solidFill>
                  <a:srgbClr val="1F2A2E"/>
                </a:solidFill>
                <a:effectLst/>
                <a:uFillTx/>
                <a:latin typeface="Calibri"/>
                <a:ea typeface="Calibri"/>
              </a:defRPr>
            </a:lvl1pPr>
          </a:lstStyle>
          <a:p>
            <a:pPr indent="0" algn="l" defTabSz="914400">
              <a:lnSpc>
                <a:spcPct val="100000"/>
              </a:lnSpc>
              <a:spcBef>
                <a:spcPts val="281"/>
              </a:spcBef>
              <a:buNone/>
              <a:tabLst>
                <a:tab pos="0" algn="l"/>
              </a:tabLst>
            </a:pPr>
            <a:r>
              <a:rPr lang="en-US" sz="1400" b="0" u="none" strike="noStrike">
                <a:solidFill>
                  <a:srgbClr val="1F2A2E"/>
                </a:solidFill>
                <a:effectLst/>
                <a:uFillTx/>
                <a:latin typeface="Calibri"/>
                <a:ea typeface="Calibri"/>
              </a:rPr>
              <a:t>Commentaire</a:t>
            </a:r>
            <a:endParaRPr lang="en-US" sz="1400" b="0" u="none" strike="noStrike">
              <a:solidFill>
                <a:srgbClr val="1F2A2E"/>
              </a:solidFill>
              <a:effectLst/>
              <a:uFillTx/>
              <a:latin typeface="Calibri"/>
            </a:endParaRPr>
          </a:p>
        </p:txBody>
      </p:sp>
      <p:sp>
        <p:nvSpPr>
          <p:cNvPr id="139" name="PlaceHolder 4"/>
          <p:cNvSpPr>
            <a:spLocks noGrp="1"/>
          </p:cNvSpPr>
          <p:nvPr>
            <p:ph type="sldNum" idx="9"/>
          </p:nvPr>
        </p:nvSpPr>
        <p:spPr>
          <a:xfrm>
            <a:off x="8138160" y="4754880"/>
            <a:ext cx="456840" cy="228240"/>
          </a:xfrm>
          <a:prstGeom prst="rect">
            <a:avLst/>
          </a:prstGeom>
          <a:noFill/>
          <a:ln w="0">
            <a:noFill/>
          </a:ln>
        </p:spPr>
        <p:txBody>
          <a:bodyPr lIns="0" tIns="0" rIns="0" bIns="0" anchor="t">
            <a:noAutofit/>
          </a:bodyPr>
          <a:lstStyle>
            <a:lvl1pPr indent="0" algn="r" defTabSz="914400">
              <a:lnSpc>
                <a:spcPct val="100000"/>
              </a:lnSpc>
              <a:buNone/>
              <a:defRPr lang="en-US" sz="900" b="0" u="none" strike="noStrike">
                <a:solidFill>
                  <a:srgbClr val="5B6B70"/>
                </a:solidFill>
                <a:effectLst/>
                <a:uFillTx/>
                <a:latin typeface="Calibri"/>
                <a:ea typeface="Calibri"/>
              </a:defRPr>
            </a:lvl1pPr>
          </a:lstStyle>
          <a:p>
            <a:pPr indent="0" algn="r" defTabSz="914400">
              <a:lnSpc>
                <a:spcPct val="100000"/>
              </a:lnSpc>
              <a:buNone/>
            </a:pPr>
            <a:fld id="{04199F79-66BB-4476-8820-CD2526C14D88}" type="slidenum">
              <a:rPr lang="en-US" sz="900" b="0" u="none" strike="noStrike">
                <a:solidFill>
                  <a:srgbClr val="5B6B70"/>
                </a:solidFill>
                <a:effectLst/>
                <a:uFillTx/>
                <a:latin typeface="Calibri"/>
                <a:ea typeface="Calibri"/>
              </a:rPr>
              <a:t>&lt;numéro&gt;</a:t>
            </a:fld>
            <a:endParaRPr lang="fr-FR" sz="900" b="0" u="none" strike="noStrike">
              <a:solidFill>
                <a:srgbClr val="000000"/>
              </a:solidFill>
              <a:effectLst/>
              <a:uFillTx/>
              <a:latin typeface="Calibri"/>
            </a:endParaRPr>
          </a:p>
        </p:txBody>
      </p:sp>
    </p:spTree>
  </p:cSld>
  <p:clrMapOvr>
    <a:masterClrMapping/>
  </p:clrMapOvr>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8_FIN">
    <p:bg>
      <p:bgPr>
        <a:solidFill>
          <a:srgbClr val="12343B"/>
        </a:solidFill>
      </p:bgPr>
    </p:bg>
    <p:spTree>
      <p:nvGrpSpPr>
        <p:cNvPr id="1" name=""/>
        <p:cNvGrpSpPr/>
        <p:nvPr/>
      </p:nvGrpSpPr>
      <p:grpSpPr>
        <a:xfrm>
          <a:off x="0" y="0"/>
          <a:ext cx="0" cy="0"/>
          <a:chOff x="0" y="0"/>
          <a:chExt cx="0" cy="0"/>
        </a:xfrm>
      </p:grpSpPr>
      <p:pic>
        <p:nvPicPr>
          <p:cNvPr id="140" name="Image 0" descr="preencoded.png"/>
          <p:cNvPicPr/>
          <p:nvPr/>
        </p:nvPicPr>
        <p:blipFill>
          <a:blip r:embed="rId2"/>
          <a:stretch/>
        </p:blipFill>
        <p:spPr>
          <a:xfrm>
            <a:off x="5806440" y="1188720"/>
            <a:ext cx="2859840" cy="2018520"/>
          </a:xfrm>
          <a:prstGeom prst="rect">
            <a:avLst/>
          </a:prstGeom>
          <a:noFill/>
          <a:ln w="0">
            <a:noFill/>
          </a:ln>
        </p:spPr>
      </p:pic>
      <p:sp>
        <p:nvSpPr>
          <p:cNvPr id="141" name="PlaceHolder 1"/>
          <p:cNvSpPr>
            <a:spLocks noGrp="1"/>
          </p:cNvSpPr>
          <p:nvPr>
            <p:ph type="title" hasCustomPrompt="1"/>
          </p:nvPr>
        </p:nvSpPr>
        <p:spPr>
          <a:xfrm>
            <a:off x="548640" y="1188720"/>
            <a:ext cx="5028840" cy="10054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3600" b="1" u="none" strike="noStrike">
                <a:solidFill>
                  <a:srgbClr val="FFFFFF"/>
                </a:solidFill>
                <a:effectLst/>
                <a:uFillTx/>
                <a:latin typeface="Cambria"/>
                <a:ea typeface="Cambria"/>
              </a:defRPr>
            </a:lvl1pPr>
          </a:lstStyle>
          <a:p>
            <a:pPr indent="0" algn="l" defTabSz="914400">
              <a:lnSpc>
                <a:spcPct val="100000"/>
              </a:lnSpc>
              <a:buNone/>
              <a:tabLst>
                <a:tab pos="0" algn="l"/>
              </a:tabLst>
            </a:pPr>
            <a:r>
              <a:rPr lang="en-US" sz="3600" b="1" u="none" strike="noStrike">
                <a:solidFill>
                  <a:srgbClr val="FFFFFF"/>
                </a:solidFill>
                <a:effectLst/>
                <a:uFillTx/>
                <a:latin typeface="Cambria"/>
                <a:ea typeface="Cambria"/>
              </a:rPr>
              <a:t>Merci</a:t>
            </a:r>
            <a:endParaRPr lang="en-US" sz="3600" b="1" u="none" strike="noStrike">
              <a:solidFill>
                <a:srgbClr val="FFFFFF"/>
              </a:solidFill>
              <a:effectLst/>
              <a:uFillTx/>
              <a:latin typeface="Cambria"/>
            </a:endParaRPr>
          </a:p>
        </p:txBody>
      </p:sp>
      <p:sp>
        <p:nvSpPr>
          <p:cNvPr id="142" name="PlaceHolder 2"/>
          <p:cNvSpPr>
            <a:spLocks noGrp="1"/>
          </p:cNvSpPr>
          <p:nvPr>
            <p:ph type="body" hasCustomPrompt="1"/>
          </p:nvPr>
        </p:nvSpPr>
        <p:spPr>
          <a:xfrm>
            <a:off x="548640" y="2240280"/>
            <a:ext cx="4845960" cy="365400"/>
          </a:xfrm>
          <a:prstGeom prst="rect">
            <a:avLst/>
          </a:prstGeom>
          <a:noFill/>
          <a:ln w="0">
            <a:noFill/>
          </a:ln>
        </p:spPr>
        <p:txBody>
          <a:bodyPr lIns="90000" tIns="45000" rIns="90000" bIns="45000" anchor="t">
            <a:noAutofit/>
          </a:bodyPr>
          <a:lstStyle>
            <a:lvl1pPr indent="0" algn="l" defTabSz="914400">
              <a:lnSpc>
                <a:spcPct val="100000"/>
              </a:lnSpc>
              <a:spcBef>
                <a:spcPts val="320"/>
              </a:spcBef>
              <a:buNone/>
              <a:tabLst>
                <a:tab pos="0" algn="l"/>
              </a:tabLst>
              <a:defRPr lang="en-US" sz="1600" b="0" i="1" u="none" strike="noStrike">
                <a:solidFill>
                  <a:srgbClr val="E4F0EE"/>
                </a:solidFill>
                <a:effectLst/>
                <a:uFillTx/>
                <a:latin typeface="Calibri"/>
                <a:ea typeface="Calibri"/>
              </a:defRPr>
            </a:lvl1pPr>
          </a:lstStyle>
          <a:p>
            <a:pPr indent="0" algn="l" defTabSz="914400">
              <a:lnSpc>
                <a:spcPct val="100000"/>
              </a:lnSpc>
              <a:spcBef>
                <a:spcPts val="320"/>
              </a:spcBef>
              <a:buNone/>
              <a:tabLst>
                <a:tab pos="0" algn="l"/>
              </a:tabLst>
            </a:pPr>
            <a:r>
              <a:rPr lang="en-US" sz="1600" b="0" i="1" u="none" strike="noStrike">
                <a:solidFill>
                  <a:srgbClr val="E4F0EE"/>
                </a:solidFill>
                <a:effectLst/>
                <a:uFillTx/>
                <a:latin typeface="Calibri"/>
                <a:ea typeface="Calibri"/>
              </a:rPr>
              <a:t>Questions et échanges</a:t>
            </a:r>
            <a:endParaRPr lang="en-US" sz="1600" b="1" u="none" strike="noStrike">
              <a:solidFill>
                <a:srgbClr val="D98E04"/>
              </a:solidFill>
              <a:effectLst/>
              <a:uFillTx/>
              <a:latin typeface="Calibri"/>
            </a:endParaRPr>
          </a:p>
        </p:txBody>
      </p:sp>
      <p:sp>
        <p:nvSpPr>
          <p:cNvPr id="143" name="PlaceHolder 3"/>
          <p:cNvSpPr>
            <a:spLocks noGrp="1"/>
          </p:cNvSpPr>
          <p:nvPr>
            <p:ph type="body" hasCustomPrompt="1"/>
          </p:nvPr>
        </p:nvSpPr>
        <p:spPr>
          <a:xfrm>
            <a:off x="548640" y="3383280"/>
            <a:ext cx="4571640" cy="731160"/>
          </a:xfrm>
          <a:prstGeom prst="rect">
            <a:avLst/>
          </a:prstGeom>
          <a:noFill/>
          <a:ln w="0">
            <a:noFill/>
          </a:ln>
        </p:spPr>
        <p:txBody>
          <a:bodyPr lIns="90000" tIns="45000" rIns="90000" bIns="45000" anchor="t">
            <a:noAutofit/>
          </a:bodyPr>
          <a:lstStyle>
            <a:lvl1pPr indent="0" algn="l" defTabSz="914400">
              <a:lnSpc>
                <a:spcPct val="100000"/>
              </a:lnSpc>
              <a:spcBef>
                <a:spcPts val="281"/>
              </a:spcBef>
              <a:buNone/>
              <a:tabLst>
                <a:tab pos="0" algn="l"/>
              </a:tabLst>
              <a:defRPr lang="en-US" sz="1400" b="1" u="none" strike="noStrike">
                <a:solidFill>
                  <a:srgbClr val="D98E04"/>
                </a:solidFill>
                <a:effectLst/>
                <a:uFillTx/>
                <a:latin typeface="Calibri"/>
                <a:ea typeface="Calibri"/>
              </a:defRPr>
            </a:lvl1pPr>
          </a:lstStyle>
          <a:p>
            <a:pPr indent="0" algn="l" defTabSz="914400">
              <a:lnSpc>
                <a:spcPct val="100000"/>
              </a:lnSpc>
              <a:spcBef>
                <a:spcPts val="281"/>
              </a:spcBef>
              <a:buNone/>
              <a:tabLst>
                <a:tab pos="0" algn="l"/>
              </a:tabLst>
            </a:pPr>
            <a:r>
              <a:rPr lang="en-US" sz="1400" b="1" u="none" strike="noStrike">
                <a:solidFill>
                  <a:srgbClr val="D98E04"/>
                </a:solidFill>
                <a:effectLst/>
                <a:uFillTx/>
                <a:latin typeface="Calibri"/>
                <a:ea typeface="Calibri"/>
              </a:rPr>
              <a:t>site web · contact</a:t>
            </a:r>
            <a:endParaRPr lang="en-US" sz="1400" b="1" u="none" strike="noStrike">
              <a:solidFill>
                <a:srgbClr val="D98E04"/>
              </a:solidFill>
              <a:effectLst/>
              <a:uFillTx/>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548640" y="1188720"/>
            <a:ext cx="5029200" cy="1645920"/>
          </a:xfrm>
        </p:spPr>
        <p:txBody>
          <a:bodyPr wrap="square" lIns="0" rIns="0" tIns="0" bIns="0"/>
          <a:lstStyle/>
          <a:p>
            <a:r>
              <a:rPr sz="3200" b="1">
                <a:solidFill>
                  <a:srgbClr val="FFFFFF"/>
                </a:solidFill>
                <a:latin typeface="Cambria"/>
              </a:rPr>
              <a:t>Extraction terminologique v2.0</a:t>
            </a:r>
          </a:p>
        </p:txBody>
      </p:sp>
      <p:sp>
        <p:nvSpPr>
          <p:cNvPr id="4" name="Surtitre"/>
          <p:cNvSpPr txBox="1"/>
          <p:nvPr/>
        </p:nvSpPr>
        <p:spPr>
          <a:xfrm>
            <a:off x="548640" y="640080"/>
            <a:ext cx="5029200" cy="274320"/>
          </a:xfrm>
          <a:prstGeom prst="rect">
            <a:avLst/>
          </a:prstGeom>
          <a:noFill/>
        </p:spPr>
        <p:txBody>
          <a:bodyPr wrap="square" anchor="t" lIns="0" rIns="0" tIns="0" bIns="0">
            <a:spAutoFit/>
          </a:bodyPr>
          <a:lstStyle/>
          <a:p>
            <a:pPr algn="l"/>
            <a:r>
              <a:rPr sz="1100" b="1">
                <a:solidFill>
                  <a:srgbClr val="D98E04"/>
                </a:solidFill>
                <a:latin typeface="Calibri"/>
              </a:rPr>
              <a:t>LOTERRE · INIST-CNRS · 15 SEPTEMBRE 2026</a:t>
            </a:r>
          </a:p>
        </p:txBody>
      </p:sp>
      <p:sp>
        <p:nvSpPr>
          <p:cNvPr id="5" name="Sous-titre"/>
          <p:cNvSpPr txBox="1"/>
          <p:nvPr/>
        </p:nvSpPr>
        <p:spPr>
          <a:xfrm>
            <a:off x="548640" y="2926080"/>
            <a:ext cx="4846320" cy="548640"/>
          </a:xfrm>
          <a:prstGeom prst="rect">
            <a:avLst/>
          </a:prstGeom>
          <a:noFill/>
        </p:spPr>
        <p:txBody>
          <a:bodyPr wrap="square" anchor="t" lIns="0" rIns="0" tIns="0" bIns="0">
            <a:spAutoFit/>
          </a:bodyPr>
          <a:lstStyle/>
          <a:p>
            <a:pPr algn="l"/>
            <a:r>
              <a:rPr sz="1600" b="0">
                <a:solidFill>
                  <a:srgbClr val="E4F0EE"/>
                </a:solidFill>
                <a:latin typeface="Calibri"/>
              </a:rPr>
              <a:t>Aider les terminologues à enrichir un vocabulaire existant à partir de corpus de textes</a:t>
            </a:r>
          </a:p>
        </p:txBody>
      </p:sp>
      <p:sp>
        <p:nvSpPr>
          <p:cNvPr id="6" name="Auteur"/>
          <p:cNvSpPr txBox="1"/>
          <p:nvPr/>
        </p:nvSpPr>
        <p:spPr>
          <a:xfrm>
            <a:off x="548640" y="3931920"/>
            <a:ext cx="4572000" cy="548640"/>
          </a:xfrm>
          <a:prstGeom prst="rect">
            <a:avLst/>
          </a:prstGeom>
          <a:noFill/>
        </p:spPr>
        <p:txBody>
          <a:bodyPr wrap="square" anchor="t" lIns="0" rIns="0" tIns="0" bIns="0">
            <a:spAutoFit/>
          </a:bodyPr>
          <a:lstStyle/>
          <a:p>
            <a:pPr algn="l"/>
            <a:r>
              <a:rPr sz="1200" b="0">
                <a:solidFill>
                  <a:srgbClr val="FFFFFF"/>
                </a:solidFill>
                <a:latin typeface="Calibri"/>
              </a:rPr>
              <a:t>Service ReLM · INIST-CNRS · présentation ~10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8046720" cy="548640"/>
          </a:xfrm>
        </p:spPr>
        <p:txBody>
          <a:bodyPr wrap="square" lIns="0" rIns="0" tIns="0" bIns="0"/>
          <a:lstStyle/>
          <a:p>
            <a:r>
              <a:rPr sz="2800" b="1">
                <a:solidFill>
                  <a:srgbClr val="12343B"/>
                </a:solidFill>
                <a:latin typeface="Cambria"/>
              </a:rPr>
              <a:t>Un vocabulaire, ça vieillit</a:t>
            </a:r>
          </a:p>
        </p:txBody>
      </p:sp>
      <p:sp>
        <p:nvSpPr>
          <p:cNvPr id="9999" name="Numéro de diapositive"/>
          <p:cNvSpPr>
            <a:spLocks noGrp="1"/>
          </p:cNvSpPr>
          <p:nvPr>
            <p:ph type="sldNum" idx="6"/>
          </p:nvPr>
        </p:nvSpPr>
        <p:spPr>
          <a:xfrm>
            <a:off x="8138160" y="4754880"/>
            <a:ext cx="456840" cy="228240"/>
          </a:xfrm>
          <a:prstGeom prst="rect">
            <a:avLst/>
          </a:prstGeom>
          <a:noFill/>
        </p:spPr>
        <p:txBody>
          <a:bodyPr lIns="0" tIns="0" rIns="0" bIns="0" anchor="t">
            <a:noAutofit/>
          </a:bodyPr>
          <a:lstStyle/>
          <a:p>
            <a:pPr algn="r"/>
            <a:fld id="{BD72BB8C-084F-414C-B2D6-4A9D24DF87B6}" type="slidenum">
              <a:rPr lang="fr-FR" sz="900">
                <a:solidFill>
                  <a:srgbClr val="5B6B70"/>
                </a:solidFill>
                <a:latin typeface="Calibri"/>
              </a:rPr>
              <a:t>‹N°›</a:t>
            </a:fld>
          </a:p>
        </p:txBody>
      </p:sp>
      <p:sp>
        <p:nvSpPr>
          <p:cNvPr id="10000" name="Sous-titre"/>
          <p:cNvSpPr txBox="1"/>
          <p:nvPr/>
        </p:nvSpPr>
        <p:spPr>
          <a:xfrm>
            <a:off x="548640" y="914400"/>
            <a:ext cx="8046720" cy="320040"/>
          </a:xfrm>
          <a:prstGeom prst="rect">
            <a:avLst/>
          </a:prstGeom>
          <a:noFill/>
        </p:spPr>
        <p:txBody>
          <a:bodyPr wrap="square" anchor="t" lIns="0" rIns="0" tIns="0" bIns="0">
            <a:spAutoFit/>
          </a:bodyPr>
          <a:lstStyle/>
          <a:p>
            <a:pPr algn="l"/>
            <a:r>
              <a:rPr sz="1300" b="0">
                <a:solidFill>
                  <a:srgbClr val="5B6B70"/>
                </a:solidFill>
                <a:latin typeface="Calibri"/>
              </a:rPr>
              <a:t>Les ressources Loterre suivent des domaines en mouvement</a:t>
            </a:r>
          </a:p>
        </p:txBody>
      </p:sp>
      <p:sp>
        <p:nvSpPr>
          <p:cNvPr id="10001" name="Label CONSTAT"/>
          <p:cNvSpPr txBox="1"/>
          <p:nvPr/>
        </p:nvSpPr>
        <p:spPr>
          <a:xfrm>
            <a:off x="777240" y="1645920"/>
            <a:ext cx="3429000" cy="228600"/>
          </a:xfrm>
          <a:prstGeom prst="rect">
            <a:avLst/>
          </a:prstGeom>
          <a:noFill/>
        </p:spPr>
        <p:txBody>
          <a:bodyPr wrap="square" anchor="t" lIns="0" rIns="0" tIns="0" bIns="0">
            <a:spAutoFit/>
          </a:bodyPr>
          <a:lstStyle/>
          <a:p>
            <a:pPr algn="l"/>
            <a:r>
              <a:rPr sz="900" b="1">
                <a:solidFill>
                  <a:srgbClr val="2F7F86"/>
                </a:solidFill>
                <a:latin typeface="Calibri"/>
              </a:rPr>
              <a:t>CONSTAT</a:t>
            </a:r>
          </a:p>
        </p:txBody>
      </p:sp>
      <p:sp>
        <p:nvSpPr>
          <p:cNvPr id="10002" name="Titre CONSTAT"/>
          <p:cNvSpPr txBox="1"/>
          <p:nvPr/>
        </p:nvSpPr>
        <p:spPr>
          <a:xfrm>
            <a:off x="777240" y="1920240"/>
            <a:ext cx="3429000" cy="365760"/>
          </a:xfrm>
          <a:prstGeom prst="rect">
            <a:avLst/>
          </a:prstGeom>
          <a:noFill/>
        </p:spPr>
        <p:txBody>
          <a:bodyPr wrap="square" anchor="t" lIns="0" rIns="0" tIns="0" bIns="0">
            <a:spAutoFit/>
          </a:bodyPr>
          <a:lstStyle/>
          <a:p>
            <a:pPr algn="l"/>
            <a:r>
              <a:rPr sz="1800" b="1">
                <a:solidFill>
                  <a:srgbClr val="12343B"/>
                </a:solidFill>
                <a:latin typeface="Cambria"/>
              </a:rPr>
              <a:t>Le domaine avance</a:t>
            </a:r>
          </a:p>
        </p:txBody>
      </p:sp>
      <p:sp>
        <p:nvSpPr>
          <p:cNvPr id="10003" name="Texte CONSTAT"/>
          <p:cNvSpPr txBox="1"/>
          <p:nvPr/>
        </p:nvSpPr>
        <p:spPr>
          <a:xfrm>
            <a:off x="777240" y="2423160"/>
            <a:ext cx="3429000" cy="1920240"/>
          </a:xfrm>
          <a:prstGeom prst="rect">
            <a:avLst/>
          </a:prstGeom>
          <a:noFill/>
        </p:spPr>
        <p:txBody>
          <a:bodyPr wrap="square" anchor="t" lIns="0" rIns="0" tIns="0" bIns="0">
            <a:spAutoFit/>
          </a:bodyPr>
          <a:lstStyle/>
          <a:p>
            <a:pPr algn="l">
              <a:spcAft>
                <a:spcPts val="800"/>
              </a:spcAft>
            </a:pPr>
            <a:r>
              <a:rPr sz="1400" b="0">
                <a:solidFill>
                  <a:srgbClr val="1F2A2E"/>
                </a:solidFill>
                <a:latin typeface="Calibri"/>
              </a:rPr>
              <a:t>De nouveaux termes apparaissent en continu dans la littérature scientifique et technique.</a:t>
            </a:r>
          </a:p>
          <a:p>
            <a:pPr algn="l"/>
            <a:r>
              <a:rPr sz="1400" b="0">
                <a:solidFill>
                  <a:srgbClr val="1F2A2E"/>
                </a:solidFill>
                <a:latin typeface="Calibri"/>
              </a:rPr>
              <a:t>Beaucoup de vocabulaires Loterre ne sont pas à jour.</a:t>
            </a:r>
          </a:p>
        </p:txBody>
      </p:sp>
      <p:sp>
        <p:nvSpPr>
          <p:cNvPr id="10004" name="Label OBJECTIF"/>
          <p:cNvSpPr txBox="1"/>
          <p:nvPr/>
        </p:nvSpPr>
        <p:spPr>
          <a:xfrm>
            <a:off x="4709160" y="1645920"/>
            <a:ext cx="3886200" cy="228600"/>
          </a:xfrm>
          <a:prstGeom prst="rect">
            <a:avLst/>
          </a:prstGeom>
          <a:noFill/>
        </p:spPr>
        <p:txBody>
          <a:bodyPr wrap="square" anchor="t" lIns="0" rIns="0" tIns="0" bIns="0">
            <a:spAutoFit/>
          </a:bodyPr>
          <a:lstStyle/>
          <a:p>
            <a:pPr algn="l"/>
            <a:r>
              <a:rPr sz="900" b="1">
                <a:solidFill>
                  <a:srgbClr val="2F7F86"/>
                </a:solidFill>
                <a:latin typeface="Calibri"/>
              </a:rPr>
              <a:t>OBJECTIF</a:t>
            </a:r>
          </a:p>
        </p:txBody>
      </p:sp>
      <p:sp>
        <p:nvSpPr>
          <p:cNvPr id="10005" name="Titre OBJECTIF"/>
          <p:cNvSpPr txBox="1"/>
          <p:nvPr/>
        </p:nvSpPr>
        <p:spPr>
          <a:xfrm>
            <a:off x="4709160" y="1920240"/>
            <a:ext cx="3886200" cy="365760"/>
          </a:xfrm>
          <a:prstGeom prst="rect">
            <a:avLst/>
          </a:prstGeom>
          <a:noFill/>
        </p:spPr>
        <p:txBody>
          <a:bodyPr wrap="square" anchor="t" lIns="0" rIns="0" tIns="0" bIns="0">
            <a:spAutoFit/>
          </a:bodyPr>
          <a:lstStyle/>
          <a:p>
            <a:pPr algn="l"/>
            <a:r>
              <a:rPr sz="1800" b="1">
                <a:solidFill>
                  <a:srgbClr val="12343B"/>
                </a:solidFill>
                <a:latin typeface="Cambria"/>
              </a:rPr>
              <a:t>Proposer, pas décider</a:t>
            </a:r>
          </a:p>
        </p:txBody>
      </p:sp>
      <p:sp>
        <p:nvSpPr>
          <p:cNvPr id="10006" name="Texte OBJECTIF"/>
          <p:cNvSpPr txBox="1"/>
          <p:nvPr/>
        </p:nvSpPr>
        <p:spPr>
          <a:xfrm>
            <a:off x="4709160" y="2423160"/>
            <a:ext cx="3886200" cy="1920240"/>
          </a:xfrm>
          <a:prstGeom prst="rect">
            <a:avLst/>
          </a:prstGeom>
          <a:noFill/>
        </p:spPr>
        <p:txBody>
          <a:bodyPr wrap="square" anchor="t" lIns="0" rIns="0" tIns="0" bIns="0">
            <a:spAutoFit/>
          </a:bodyPr>
          <a:lstStyle/>
          <a:p>
            <a:pPr algn="l">
              <a:spcAft>
                <a:spcPts val="800"/>
              </a:spcAft>
            </a:pPr>
            <a:r>
              <a:rPr sz="1400" b="0">
                <a:solidFill>
                  <a:srgbClr val="1F2A2E"/>
                </a:solidFill>
                <a:latin typeface="Calibri"/>
              </a:rPr>
              <a:t>Comparer une terminologie avec le contenu des textes pour évaluer sa couverture.</a:t>
            </a:r>
          </a:p>
          <a:p>
            <a:pPr algn="l">
              <a:spcAft>
                <a:spcPts val="800"/>
              </a:spcAft>
            </a:pPr>
            <a:r>
              <a:rPr sz="1400" b="0">
                <a:solidFill>
                  <a:srgbClr val="1F2A2E"/>
                </a:solidFill>
                <a:latin typeface="Calibri"/>
              </a:rPr>
              <a:t>Faire remonter des candidats plausibles depuis un corpus.</a:t>
            </a:r>
          </a:p>
          <a:p>
            <a:pPr algn="l"/>
            <a:r>
              <a:rPr sz="1400" b="0">
                <a:solidFill>
                  <a:srgbClr val="1F2A2E"/>
                </a:solidFill>
                <a:latin typeface="Calibri"/>
              </a:rPr>
              <a:t>Le terminologue garde la décision finale.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8046720" cy="548640"/>
          </a:xfrm>
        </p:spPr>
        <p:txBody>
          <a:bodyPr wrap="square" lIns="0" rIns="0" tIns="0" bIns="0"/>
          <a:lstStyle/>
          <a:p>
            <a:r>
              <a:rPr sz="2800" b="1">
                <a:solidFill>
                  <a:srgbClr val="12343B"/>
                </a:solidFill>
                <a:latin typeface="Cambria"/>
              </a:rPr>
              <a:t>Trois façons de l'utiliser</a:t>
            </a:r>
          </a:p>
        </p:txBody>
      </p:sp>
      <p:sp>
        <p:nvSpPr>
          <p:cNvPr id="9999" name="Numéro de diapositive"/>
          <p:cNvSpPr>
            <a:spLocks noGrp="1"/>
          </p:cNvSpPr>
          <p:nvPr>
            <p:ph type="sldNum" idx="7"/>
          </p:nvPr>
        </p:nvSpPr>
        <p:spPr>
          <a:xfrm>
            <a:off x="8138160" y="4754880"/>
            <a:ext cx="456840" cy="228240"/>
          </a:xfrm>
          <a:prstGeom prst="rect">
            <a:avLst/>
          </a:prstGeom>
          <a:noFill/>
        </p:spPr>
        <p:txBody>
          <a:bodyPr lIns="0" tIns="0" rIns="0" bIns="0" anchor="t">
            <a:noAutofit/>
          </a:bodyPr>
          <a:lstStyle/>
          <a:p>
            <a:pPr algn="r"/>
            <a:fld id="{BD72BB8C-084F-414C-B2D6-4A9D24DF87B6}" type="slidenum">
              <a:rPr lang="fr-FR" sz="900">
                <a:solidFill>
                  <a:srgbClr val="5B6B70"/>
                </a:solidFill>
                <a:latin typeface="Calibri"/>
              </a:rPr>
              <a:t>‹N°›</a:t>
            </a:fld>
          </a:p>
        </p:txBody>
      </p:sp>
      <p:sp>
        <p:nvSpPr>
          <p:cNvPr id="10000" name="Commande annotate"/>
          <p:cNvSpPr txBox="1"/>
          <p:nvPr/>
        </p:nvSpPr>
        <p:spPr>
          <a:xfrm>
            <a:off x="822960" y="2103120"/>
            <a:ext cx="2011680" cy="228600"/>
          </a:xfrm>
          <a:prstGeom prst="rect">
            <a:avLst/>
          </a:prstGeom>
          <a:noFill/>
        </p:spPr>
        <p:txBody>
          <a:bodyPr wrap="square" anchor="t" lIns="0" rIns="0" tIns="0" bIns="0">
            <a:spAutoFit/>
          </a:bodyPr>
          <a:lstStyle/>
          <a:p>
            <a:pPr algn="l"/>
            <a:r>
              <a:rPr sz="1000" b="1">
                <a:solidFill>
                  <a:srgbClr val="2F7F86"/>
                </a:solidFill>
                <a:latin typeface="Calibri"/>
              </a:rPr>
              <a:t>annotate</a:t>
            </a:r>
          </a:p>
        </p:txBody>
      </p:sp>
      <p:sp>
        <p:nvSpPr>
          <p:cNvPr id="10001" name="Titre annotate"/>
          <p:cNvSpPr txBox="1"/>
          <p:nvPr/>
        </p:nvSpPr>
        <p:spPr>
          <a:xfrm>
            <a:off x="822960" y="2359152"/>
            <a:ext cx="2011680" cy="365760"/>
          </a:xfrm>
          <a:prstGeom prst="rect">
            <a:avLst/>
          </a:prstGeom>
          <a:noFill/>
        </p:spPr>
        <p:txBody>
          <a:bodyPr wrap="square" anchor="t" lIns="0" rIns="0" tIns="0" bIns="0">
            <a:spAutoFit/>
          </a:bodyPr>
          <a:lstStyle/>
          <a:p>
            <a:pPr algn="l"/>
            <a:r>
              <a:rPr sz="1600" b="1">
                <a:solidFill>
                  <a:srgbClr val="12343B"/>
                </a:solidFill>
                <a:latin typeface="Cambria"/>
              </a:rPr>
              <a:t>Reconnaître</a:t>
            </a:r>
          </a:p>
        </p:txBody>
      </p:sp>
      <p:sp>
        <p:nvSpPr>
          <p:cNvPr id="10002" name="Texte annotate"/>
          <p:cNvSpPr txBox="1"/>
          <p:nvPr/>
        </p:nvSpPr>
        <p:spPr>
          <a:xfrm>
            <a:off x="822960" y="2788920"/>
            <a:ext cx="2011680" cy="1097280"/>
          </a:xfrm>
          <a:prstGeom prst="rect">
            <a:avLst/>
          </a:prstGeom>
          <a:noFill/>
        </p:spPr>
        <p:txBody>
          <a:bodyPr wrap="square" anchor="t" lIns="0" rIns="0" tIns="0" bIns="0">
            <a:spAutoFit/>
          </a:bodyPr>
          <a:lstStyle/>
          <a:p>
            <a:pPr algn="l"/>
            <a:r>
              <a:rPr sz="1200" b="0">
                <a:solidFill>
                  <a:srgbClr val="1F2A2E"/>
                </a:solidFill>
                <a:latin typeface="Calibri"/>
              </a:rPr>
              <a:t>Repère dans un texte les termes déjà présents dans un vocabulaire Loterre (mode historique v1.0).</a:t>
            </a:r>
          </a:p>
        </p:txBody>
      </p:sp>
      <p:sp>
        <p:nvSpPr>
          <p:cNvPr id="10003" name="Technique annotate"/>
          <p:cNvSpPr txBox="1"/>
          <p:nvPr/>
        </p:nvSpPr>
        <p:spPr>
          <a:xfrm>
            <a:off x="822960" y="3886200"/>
            <a:ext cx="2011680" cy="457200"/>
          </a:xfrm>
          <a:prstGeom prst="rect">
            <a:avLst/>
          </a:prstGeom>
          <a:noFill/>
        </p:spPr>
        <p:txBody>
          <a:bodyPr wrap="square" anchor="t" lIns="0" rIns="0" tIns="0" bIns="0">
            <a:spAutoFit/>
          </a:bodyPr>
          <a:lstStyle/>
          <a:p>
            <a:pPr algn="l"/>
            <a:r>
              <a:rPr sz="950" b="0">
                <a:solidFill>
                  <a:srgbClr val="5B6B70"/>
                </a:solidFill>
                <a:latin typeface="Calibri"/>
              </a:rPr>
              <a:t>Moteur 5 passes + Trie, spaCy</a:t>
            </a:r>
          </a:p>
        </p:txBody>
      </p:sp>
      <p:sp>
        <p:nvSpPr>
          <p:cNvPr id="10004" name="Commande extract_annotate · prioritaire"/>
          <p:cNvSpPr txBox="1"/>
          <p:nvPr/>
        </p:nvSpPr>
        <p:spPr>
          <a:xfrm>
            <a:off x="3566160" y="2103120"/>
            <a:ext cx="2011680" cy="228600"/>
          </a:xfrm>
          <a:prstGeom prst="rect">
            <a:avLst/>
          </a:prstGeom>
          <a:noFill/>
        </p:spPr>
        <p:txBody>
          <a:bodyPr wrap="square" anchor="t" lIns="0" rIns="0" tIns="0" bIns="0">
            <a:spAutoFit/>
          </a:bodyPr>
          <a:lstStyle/>
          <a:p>
            <a:pPr algn="l"/>
            <a:r>
              <a:rPr sz="1000" b="1">
                <a:solidFill>
                  <a:srgbClr val="D98E04"/>
                </a:solidFill>
                <a:latin typeface="Calibri"/>
              </a:rPr>
              <a:t>extract_annotate · prioritaire</a:t>
            </a:r>
          </a:p>
        </p:txBody>
      </p:sp>
      <p:sp>
        <p:nvSpPr>
          <p:cNvPr id="10005" name="Titre extract_annotate · prioritaire"/>
          <p:cNvSpPr txBox="1"/>
          <p:nvPr/>
        </p:nvSpPr>
        <p:spPr>
          <a:xfrm>
            <a:off x="3566160" y="2359152"/>
            <a:ext cx="2011680" cy="365760"/>
          </a:xfrm>
          <a:prstGeom prst="rect">
            <a:avLst/>
          </a:prstGeom>
          <a:noFill/>
        </p:spPr>
        <p:txBody>
          <a:bodyPr wrap="square" anchor="t" lIns="0" rIns="0" tIns="0" bIns="0">
            <a:spAutoFit/>
          </a:bodyPr>
          <a:lstStyle/>
          <a:p>
            <a:pPr algn="l"/>
            <a:r>
              <a:rPr sz="1600" b="1">
                <a:solidFill>
                  <a:srgbClr val="FFFFFF"/>
                </a:solidFill>
                <a:latin typeface="Cambria"/>
              </a:rPr>
              <a:t>Mettre à jour</a:t>
            </a:r>
          </a:p>
        </p:txBody>
      </p:sp>
      <p:sp>
        <p:nvSpPr>
          <p:cNvPr id="10006" name="Texte extract_annotate · prioritaire"/>
          <p:cNvSpPr txBox="1"/>
          <p:nvPr/>
        </p:nvSpPr>
        <p:spPr>
          <a:xfrm>
            <a:off x="3566160" y="2788920"/>
            <a:ext cx="2011680" cy="1097280"/>
          </a:xfrm>
          <a:prstGeom prst="rect">
            <a:avLst/>
          </a:prstGeom>
          <a:noFill/>
        </p:spPr>
        <p:txBody>
          <a:bodyPr wrap="square" anchor="t" lIns="0" rIns="0" tIns="0" bIns="0">
            <a:spAutoFit/>
          </a:bodyPr>
          <a:lstStyle/>
          <a:p>
            <a:pPr algn="l"/>
            <a:r>
              <a:rPr sz="1200" b="0">
                <a:solidFill>
                  <a:srgbClr val="FFFFFF"/>
                </a:solidFill>
                <a:latin typeface="Calibri"/>
              </a:rPr>
              <a:t>Extrait des candidats et les compare au vocabulaire cible. Notre pipeline prioritaire.</a:t>
            </a:r>
          </a:p>
        </p:txBody>
      </p:sp>
      <p:sp>
        <p:nvSpPr>
          <p:cNvPr id="10007" name="Technique extract_annotate · prioritaire"/>
          <p:cNvSpPr txBox="1"/>
          <p:nvPr/>
        </p:nvSpPr>
        <p:spPr>
          <a:xfrm>
            <a:off x="3566160" y="3886200"/>
            <a:ext cx="2011680" cy="457200"/>
          </a:xfrm>
          <a:prstGeom prst="rect">
            <a:avLst/>
          </a:prstGeom>
          <a:noFill/>
        </p:spPr>
        <p:txBody>
          <a:bodyPr wrap="square" anchor="t" lIns="0" rIns="0" tIns="0" bIns="0">
            <a:spAutoFit/>
          </a:bodyPr>
          <a:lstStyle/>
          <a:p>
            <a:pPr algn="l"/>
            <a:r>
              <a:rPr sz="950" b="0">
                <a:solidFill>
                  <a:srgbClr val="E4F0EE"/>
                </a:solidFill>
                <a:latin typeface="Calibri"/>
              </a:rPr>
              <a:t>--extractor embed : MiniLM 118 Mo, plus proche voisin</a:t>
            </a:r>
          </a:p>
        </p:txBody>
      </p:sp>
      <p:sp>
        <p:nvSpPr>
          <p:cNvPr id="10008" name="Commande extract"/>
          <p:cNvSpPr txBox="1"/>
          <p:nvPr/>
        </p:nvSpPr>
        <p:spPr>
          <a:xfrm>
            <a:off x="6309360" y="2103120"/>
            <a:ext cx="2011680" cy="228600"/>
          </a:xfrm>
          <a:prstGeom prst="rect">
            <a:avLst/>
          </a:prstGeom>
          <a:noFill/>
        </p:spPr>
        <p:txBody>
          <a:bodyPr wrap="square" anchor="t" lIns="0" rIns="0" tIns="0" bIns="0">
            <a:spAutoFit/>
          </a:bodyPr>
          <a:lstStyle/>
          <a:p>
            <a:pPr algn="l"/>
            <a:r>
              <a:rPr sz="1000" b="1">
                <a:solidFill>
                  <a:srgbClr val="2F7F86"/>
                </a:solidFill>
                <a:latin typeface="Calibri"/>
              </a:rPr>
              <a:t>extract</a:t>
            </a:r>
          </a:p>
        </p:txBody>
      </p:sp>
      <p:sp>
        <p:nvSpPr>
          <p:cNvPr id="10009" name="Titre extract"/>
          <p:cNvSpPr txBox="1"/>
          <p:nvPr/>
        </p:nvSpPr>
        <p:spPr>
          <a:xfrm>
            <a:off x="6309360" y="2359152"/>
            <a:ext cx="2011680" cy="365760"/>
          </a:xfrm>
          <a:prstGeom prst="rect">
            <a:avLst/>
          </a:prstGeom>
          <a:noFill/>
        </p:spPr>
        <p:txBody>
          <a:bodyPr wrap="square" anchor="t" lIns="0" rIns="0" tIns="0" bIns="0">
            <a:spAutoFit/>
          </a:bodyPr>
          <a:lstStyle/>
          <a:p>
            <a:pPr algn="l"/>
            <a:r>
              <a:rPr sz="1600" b="1">
                <a:solidFill>
                  <a:srgbClr val="12343B"/>
                </a:solidFill>
                <a:latin typeface="Cambria"/>
              </a:rPr>
              <a:t>Découvrir « à froid »</a:t>
            </a:r>
          </a:p>
        </p:txBody>
      </p:sp>
      <p:sp>
        <p:nvSpPr>
          <p:cNvPr id="10010" name="Texte extract"/>
          <p:cNvSpPr txBox="1"/>
          <p:nvPr/>
        </p:nvSpPr>
        <p:spPr>
          <a:xfrm>
            <a:off x="6309360" y="2788920"/>
            <a:ext cx="2011680" cy="1097280"/>
          </a:xfrm>
          <a:prstGeom prst="rect">
            <a:avLst/>
          </a:prstGeom>
          <a:noFill/>
        </p:spPr>
        <p:txBody>
          <a:bodyPr wrap="square" anchor="t" lIns="0" rIns="0" tIns="0" bIns="0">
            <a:spAutoFit/>
          </a:bodyPr>
          <a:lstStyle/>
          <a:p>
            <a:pPr algn="l"/>
            <a:r>
              <a:rPr sz="1200" b="0">
                <a:solidFill>
                  <a:srgbClr val="1F2A2E"/>
                </a:solidFill>
                <a:latin typeface="Calibri"/>
              </a:rPr>
              <a:t>Propose des candidats-termes sans vocabulaire de référence, pour explorer un domaine depuis zéro.</a:t>
            </a:r>
          </a:p>
        </p:txBody>
      </p:sp>
      <p:sp>
        <p:nvSpPr>
          <p:cNvPr id="10011" name="Technique extract"/>
          <p:cNvSpPr txBox="1"/>
          <p:nvPr/>
        </p:nvSpPr>
        <p:spPr>
          <a:xfrm>
            <a:off x="6309360" y="3886200"/>
            <a:ext cx="2011680" cy="457200"/>
          </a:xfrm>
          <a:prstGeom prst="rect">
            <a:avLst/>
          </a:prstGeom>
          <a:noFill/>
        </p:spPr>
        <p:txBody>
          <a:bodyPr wrap="square" anchor="t" lIns="0" rIns="0" tIns="0" bIns="0">
            <a:spAutoFit/>
          </a:bodyPr>
          <a:lstStyle/>
          <a:p>
            <a:pPr algn="l"/>
            <a:r>
              <a:rPr sz="950" b="0">
                <a:solidFill>
                  <a:srgbClr val="5B6B70"/>
                </a:solidFill>
                <a:latin typeface="Calibri"/>
              </a:rPr>
              <a:t>C-value (Frantzi 2000), PositionRank (Florescu 2017)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8046720" cy="548640"/>
          </a:xfrm>
        </p:spPr>
        <p:txBody>
          <a:bodyPr wrap="square" lIns="0" rIns="0" tIns="0" bIns="0"/>
          <a:lstStyle/>
          <a:p>
            <a:r>
              <a:rPr sz="2800" b="1">
                <a:solidFill>
                  <a:srgbClr val="12343B"/>
                </a:solidFill>
                <a:latin typeface="Cambria"/>
              </a:rPr>
              <a:t>Du texte à la suggestion</a:t>
            </a:r>
          </a:p>
        </p:txBody>
      </p:sp>
      <p:sp>
        <p:nvSpPr>
          <p:cNvPr id="9999" name="Numéro de diapositive"/>
          <p:cNvSpPr>
            <a:spLocks noGrp="1"/>
          </p:cNvSpPr>
          <p:nvPr>
            <p:ph type="sldNum" idx="8"/>
          </p:nvPr>
        </p:nvSpPr>
        <p:spPr>
          <a:xfrm>
            <a:off x="8138160" y="4754880"/>
            <a:ext cx="456840" cy="228240"/>
          </a:xfrm>
          <a:prstGeom prst="rect">
            <a:avLst/>
          </a:prstGeom>
          <a:noFill/>
        </p:spPr>
        <p:txBody>
          <a:bodyPr lIns="0" tIns="0" rIns="0" bIns="0" anchor="t">
            <a:noAutofit/>
          </a:bodyPr>
          <a:lstStyle/>
          <a:p>
            <a:pPr algn="r"/>
            <a:fld id="{BD72BB8C-084F-414C-B2D6-4A9D24DF87B6}" type="slidenum">
              <a:rPr lang="fr-FR" sz="900">
                <a:solidFill>
                  <a:srgbClr val="5B6B70"/>
                </a:solidFill>
                <a:latin typeface="Calibri"/>
              </a:rPr>
              <a:t>‹N°›</a:t>
            </a:fld>
          </a:p>
        </p:txBody>
      </p:sp>
      <p:sp>
        <p:nvSpPr>
          <p:cNvPr id="10000" name="Sous-titre"/>
          <p:cNvSpPr txBox="1"/>
          <p:nvPr/>
        </p:nvSpPr>
        <p:spPr>
          <a:xfrm>
            <a:off x="548640" y="914400"/>
            <a:ext cx="8046720" cy="320040"/>
          </a:xfrm>
          <a:prstGeom prst="rect">
            <a:avLst/>
          </a:prstGeom>
          <a:noFill/>
        </p:spPr>
        <p:txBody>
          <a:bodyPr wrap="square" anchor="t" lIns="0" rIns="0" tIns="0" bIns="0">
            <a:spAutoFit/>
          </a:bodyPr>
          <a:lstStyle/>
          <a:p>
            <a:pPr algn="l"/>
            <a:r>
              <a:rPr sz="1300" b="0">
                <a:solidFill>
                  <a:srgbClr val="5B6B70"/>
                </a:solidFill>
                <a:latin typeface="Calibri"/>
              </a:rPr>
              <a:t>Quatre étapes : aucune ne remplace le jugement du curateur, chacune réduit ce qu'il doit relire</a:t>
            </a:r>
          </a:p>
        </p:txBody>
      </p:sp>
      <p:sp>
        <p:nvSpPr>
          <p:cNvPr id="10001" name="Numéro 1"/>
          <p:cNvSpPr txBox="1"/>
          <p:nvPr/>
        </p:nvSpPr>
        <p:spPr>
          <a:xfrm>
            <a:off x="548640" y="1828800"/>
            <a:ext cx="1828800" cy="685800"/>
          </a:xfrm>
          <a:prstGeom prst="rect">
            <a:avLst/>
          </a:prstGeom>
          <a:noFill/>
        </p:spPr>
        <p:txBody>
          <a:bodyPr wrap="square" anchor="t" lIns="0" rIns="0" tIns="0" bIns="0">
            <a:spAutoFit/>
          </a:bodyPr>
          <a:lstStyle/>
          <a:p>
            <a:pPr algn="ctr"/>
            <a:r>
              <a:rPr sz="3800" b="1">
                <a:solidFill>
                  <a:srgbClr val="D98E04"/>
                </a:solidFill>
                <a:latin typeface="Cambria"/>
              </a:rPr>
              <a:t>01</a:t>
            </a:r>
          </a:p>
        </p:txBody>
      </p:sp>
      <p:sp>
        <p:nvSpPr>
          <p:cNvPr id="10002" name="Étape 1"/>
          <p:cNvSpPr txBox="1"/>
          <p:nvPr/>
        </p:nvSpPr>
        <p:spPr>
          <a:xfrm>
            <a:off x="685800" y="2606040"/>
            <a:ext cx="1554480" cy="1051560"/>
          </a:xfrm>
          <a:prstGeom prst="rect">
            <a:avLst/>
          </a:prstGeom>
          <a:noFill/>
        </p:spPr>
        <p:txBody>
          <a:bodyPr wrap="square" anchor="t" lIns="0" rIns="0" tIns="0" bIns="0">
            <a:spAutoFit/>
          </a:bodyPr>
          <a:lstStyle/>
          <a:p>
            <a:pPr algn="ctr">
              <a:spcAft>
                <a:spcPts val="300"/>
              </a:spcAft>
            </a:pPr>
            <a:r>
              <a:rPr sz="1300" b="1">
                <a:solidFill>
                  <a:srgbClr val="FFFFFF"/>
                </a:solidFill>
                <a:latin typeface="Calibri"/>
              </a:rPr>
              <a:t>Corpus de texte</a:t>
            </a:r>
          </a:p>
          <a:p>
            <a:pPr algn="ctr"/>
            <a:r>
              <a:rPr sz="1150" b="0">
                <a:solidFill>
                  <a:srgbClr val="FFFFFF"/>
                </a:solidFill>
                <a:latin typeface="Calibri"/>
              </a:rPr>
              <a:t>Articles, rapports, en français ou en anglais</a:t>
            </a:r>
          </a:p>
        </p:txBody>
      </p:sp>
      <p:sp>
        <p:nvSpPr>
          <p:cNvPr id="10003" name="Numéro 2"/>
          <p:cNvSpPr txBox="1"/>
          <p:nvPr/>
        </p:nvSpPr>
        <p:spPr>
          <a:xfrm>
            <a:off x="2606040" y="1828800"/>
            <a:ext cx="1828800" cy="685800"/>
          </a:xfrm>
          <a:prstGeom prst="rect">
            <a:avLst/>
          </a:prstGeom>
          <a:noFill/>
        </p:spPr>
        <p:txBody>
          <a:bodyPr wrap="square" anchor="t" lIns="0" rIns="0" tIns="0" bIns="0">
            <a:spAutoFit/>
          </a:bodyPr>
          <a:lstStyle/>
          <a:p>
            <a:pPr algn="ctr"/>
            <a:r>
              <a:rPr sz="3800" b="1">
                <a:solidFill>
                  <a:srgbClr val="12343B"/>
                </a:solidFill>
                <a:latin typeface="Cambria"/>
              </a:rPr>
              <a:t>02</a:t>
            </a:r>
          </a:p>
        </p:txBody>
      </p:sp>
      <p:sp>
        <p:nvSpPr>
          <p:cNvPr id="10004" name="Étape 2"/>
          <p:cNvSpPr txBox="1"/>
          <p:nvPr/>
        </p:nvSpPr>
        <p:spPr>
          <a:xfrm>
            <a:off x="2743200" y="2606040"/>
            <a:ext cx="1554480" cy="1051560"/>
          </a:xfrm>
          <a:prstGeom prst="rect">
            <a:avLst/>
          </a:prstGeom>
          <a:noFill/>
        </p:spPr>
        <p:txBody>
          <a:bodyPr wrap="square" anchor="t" lIns="0" rIns="0" tIns="0" bIns="0">
            <a:spAutoFit/>
          </a:bodyPr>
          <a:lstStyle/>
          <a:p>
            <a:pPr algn="ctr">
              <a:spcAft>
                <a:spcPts val="300"/>
              </a:spcAft>
            </a:pPr>
            <a:r>
              <a:rPr sz="1300" b="1">
                <a:solidFill>
                  <a:srgbClr val="5B6B70"/>
                </a:solidFill>
                <a:latin typeface="Calibri"/>
              </a:rPr>
              <a:t>Candidats</a:t>
            </a:r>
          </a:p>
          <a:p>
            <a:pPr algn="ctr"/>
            <a:r>
              <a:rPr sz="1150" b="0">
                <a:solidFill>
                  <a:srgbClr val="5B6B70"/>
                </a:solidFill>
                <a:latin typeface="Calibri"/>
              </a:rPr>
              <a:t>Expressions repérées automatiquement</a:t>
            </a:r>
          </a:p>
        </p:txBody>
      </p:sp>
      <p:sp>
        <p:nvSpPr>
          <p:cNvPr id="10005" name="Numéro 3"/>
          <p:cNvSpPr txBox="1"/>
          <p:nvPr/>
        </p:nvSpPr>
        <p:spPr>
          <a:xfrm>
            <a:off x="4663440" y="1828800"/>
            <a:ext cx="1828800" cy="685800"/>
          </a:xfrm>
          <a:prstGeom prst="rect">
            <a:avLst/>
          </a:prstGeom>
          <a:noFill/>
        </p:spPr>
        <p:txBody>
          <a:bodyPr wrap="square" anchor="t" lIns="0" rIns="0" tIns="0" bIns="0">
            <a:spAutoFit/>
          </a:bodyPr>
          <a:lstStyle/>
          <a:p>
            <a:pPr algn="ctr"/>
            <a:r>
              <a:rPr sz="3800" b="1">
                <a:solidFill>
                  <a:srgbClr val="12343B"/>
                </a:solidFill>
                <a:latin typeface="Cambria"/>
              </a:rPr>
              <a:t>03</a:t>
            </a:r>
          </a:p>
        </p:txBody>
      </p:sp>
      <p:sp>
        <p:nvSpPr>
          <p:cNvPr id="10006" name="Étape 3"/>
          <p:cNvSpPr txBox="1"/>
          <p:nvPr/>
        </p:nvSpPr>
        <p:spPr>
          <a:xfrm>
            <a:off x="4800600" y="2606040"/>
            <a:ext cx="1554480" cy="1051560"/>
          </a:xfrm>
          <a:prstGeom prst="rect">
            <a:avLst/>
          </a:prstGeom>
          <a:noFill/>
        </p:spPr>
        <p:txBody>
          <a:bodyPr wrap="square" anchor="t" lIns="0" rIns="0" tIns="0" bIns="0">
            <a:spAutoFit/>
          </a:bodyPr>
          <a:lstStyle/>
          <a:p>
            <a:pPr algn="ctr">
              <a:spcAft>
                <a:spcPts val="300"/>
              </a:spcAft>
            </a:pPr>
            <a:r>
              <a:rPr sz="1300" b="1">
                <a:solidFill>
                  <a:srgbClr val="5B6B70"/>
                </a:solidFill>
                <a:latin typeface="Calibri"/>
              </a:rPr>
              <a:t>Comparaison</a:t>
            </a:r>
          </a:p>
          <a:p>
            <a:pPr algn="ctr"/>
            <a:r>
              <a:rPr sz="1150" b="0">
                <a:solidFill>
                  <a:srgbClr val="5B6B70"/>
                </a:solidFill>
                <a:latin typeface="Calibri"/>
              </a:rPr>
              <a:t>Proximité de sens avec le vocabulaire cible</a:t>
            </a:r>
          </a:p>
        </p:txBody>
      </p:sp>
      <p:sp>
        <p:nvSpPr>
          <p:cNvPr id="10007" name="Numéro 4"/>
          <p:cNvSpPr txBox="1"/>
          <p:nvPr/>
        </p:nvSpPr>
        <p:spPr>
          <a:xfrm>
            <a:off x="6720840" y="1828800"/>
            <a:ext cx="1828800" cy="685800"/>
          </a:xfrm>
          <a:prstGeom prst="rect">
            <a:avLst/>
          </a:prstGeom>
          <a:noFill/>
        </p:spPr>
        <p:txBody>
          <a:bodyPr wrap="square" anchor="t" lIns="0" rIns="0" tIns="0" bIns="0">
            <a:spAutoFit/>
          </a:bodyPr>
          <a:lstStyle/>
          <a:p>
            <a:pPr algn="ctr"/>
            <a:r>
              <a:rPr sz="3800" b="1">
                <a:solidFill>
                  <a:srgbClr val="12343B"/>
                </a:solidFill>
                <a:latin typeface="Cambria"/>
              </a:rPr>
              <a:t>04</a:t>
            </a:r>
          </a:p>
        </p:txBody>
      </p:sp>
      <p:sp>
        <p:nvSpPr>
          <p:cNvPr id="10008" name="Étape 4"/>
          <p:cNvSpPr txBox="1"/>
          <p:nvPr/>
        </p:nvSpPr>
        <p:spPr>
          <a:xfrm>
            <a:off x="6858000" y="2606040"/>
            <a:ext cx="1554480" cy="1051560"/>
          </a:xfrm>
          <a:prstGeom prst="rect">
            <a:avLst/>
          </a:prstGeom>
          <a:noFill/>
        </p:spPr>
        <p:txBody>
          <a:bodyPr wrap="square" anchor="t" lIns="0" rIns="0" tIns="0" bIns="0">
            <a:spAutoFit/>
          </a:bodyPr>
          <a:lstStyle/>
          <a:p>
            <a:pPr algn="ctr">
              <a:spcAft>
                <a:spcPts val="300"/>
              </a:spcAft>
            </a:pPr>
            <a:r>
              <a:rPr sz="1300" b="1">
                <a:solidFill>
                  <a:srgbClr val="5B6B70"/>
                </a:solidFill>
                <a:latin typeface="Calibri"/>
              </a:rPr>
              <a:t>Suggestions</a:t>
            </a:r>
          </a:p>
          <a:p>
            <a:pPr algn="ctr"/>
            <a:r>
              <a:rPr sz="1150" b="0">
                <a:solidFill>
                  <a:srgbClr val="5B6B70"/>
                </a:solidFill>
                <a:latin typeface="Calibri"/>
              </a:rPr>
              <a:t>Listes triées, pour relecture</a:t>
            </a:r>
          </a:p>
        </p:txBody>
      </p:sp>
      <p:sp>
        <p:nvSpPr>
          <p:cNvPr id="10009" name="Source"/>
          <p:cNvSpPr txBox="1"/>
          <p:nvPr/>
        </p:nvSpPr>
        <p:spPr>
          <a:xfrm>
            <a:off x="548640" y="4023360"/>
            <a:ext cx="8046720" cy="274320"/>
          </a:xfrm>
          <a:prstGeom prst="rect">
            <a:avLst/>
          </a:prstGeom>
          <a:noFill/>
        </p:spPr>
        <p:txBody>
          <a:bodyPr wrap="square" anchor="t" lIns="0" rIns="0" tIns="0" bIns="0">
            <a:spAutoFit/>
          </a:bodyPr>
          <a:lstStyle/>
          <a:p>
            <a:pPr algn="l"/>
            <a:r>
              <a:rPr sz="1000" b="0">
                <a:solidFill>
                  <a:srgbClr val="5B6B70"/>
                </a:solidFill>
                <a:latin typeface="Calibri"/>
              </a:rPr>
              <a:t>Étape 03 : modèle de langue multilingue léger (MiniLM, 118 Mo), sur CPU, sans GPU.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8046720" cy="548640"/>
          </a:xfrm>
        </p:spPr>
        <p:txBody>
          <a:bodyPr wrap="square" lIns="0" rIns="0" tIns="0" bIns="0"/>
          <a:lstStyle/>
          <a:p>
            <a:r>
              <a:rPr sz="2800" b="1">
                <a:solidFill>
                  <a:srgbClr val="12343B"/>
                </a:solidFill>
                <a:latin typeface="Cambria"/>
              </a:rPr>
              <a:t>Trois indicateurs, trois listes</a:t>
            </a:r>
          </a:p>
        </p:txBody>
      </p:sp>
      <p:sp>
        <p:nvSpPr>
          <p:cNvPr id="9999" name="Numéro de diapositive"/>
          <p:cNvSpPr>
            <a:spLocks noGrp="1"/>
          </p:cNvSpPr>
          <p:nvPr>
            <p:ph type="sldNum" idx="5"/>
          </p:nvPr>
        </p:nvSpPr>
        <p:spPr>
          <a:xfrm>
            <a:off x="8138160" y="4754880"/>
            <a:ext cx="456840" cy="228240"/>
          </a:xfrm>
          <a:prstGeom prst="rect">
            <a:avLst/>
          </a:prstGeom>
          <a:noFill/>
        </p:spPr>
        <p:txBody>
          <a:bodyPr lIns="0" tIns="0" rIns="0" bIns="0" anchor="t">
            <a:noAutofit/>
          </a:bodyPr>
          <a:lstStyle/>
          <a:p>
            <a:pPr algn="r"/>
            <a:fld id="{BD72BB8C-084F-414C-B2D6-4A9D24DF87B6}" type="slidenum">
              <a:rPr lang="fr-FR" sz="900">
                <a:solidFill>
                  <a:srgbClr val="5B6B70"/>
                </a:solidFill>
                <a:latin typeface="Calibri"/>
              </a:rPr>
              <a:t>‹N°›</a:t>
            </a:fld>
          </a:p>
        </p:txBody>
      </p:sp>
      <p:sp>
        <p:nvSpPr>
          <p:cNvPr id="10000" name="Sous-titre"/>
          <p:cNvSpPr txBox="1"/>
          <p:nvPr/>
        </p:nvSpPr>
        <p:spPr>
          <a:xfrm>
            <a:off x="548640" y="914400"/>
            <a:ext cx="8046720" cy="320040"/>
          </a:xfrm>
          <a:prstGeom prst="rect">
            <a:avLst/>
          </a:prstGeom>
          <a:noFill/>
        </p:spPr>
        <p:txBody>
          <a:bodyPr wrap="square" anchor="t" lIns="0" rIns="0" tIns="0" bIns="0">
            <a:spAutoFit/>
          </a:bodyPr>
          <a:lstStyle/>
          <a:p>
            <a:pPr algn="l"/>
            <a:r>
              <a:rPr sz="1300" b="0">
                <a:solidFill>
                  <a:srgbClr val="5B6B70"/>
                </a:solidFill>
                <a:latin typeface="Calibri"/>
              </a:rPr>
              <a:t>Chaque liste a sa propre fiabilité — part de suggestions justes, mesurée sur le corpus ACTER</a:t>
            </a:r>
          </a:p>
        </p:txBody>
      </p:sp>
      <p:sp>
        <p:nvSpPr>
          <p:cNvPr id="10001" name="Carte liste 1"/>
          <p:cNvSpPr/>
          <p:nvPr/>
        </p:nvSpPr>
        <p:spPr>
          <a:xfrm>
            <a:off x="548640" y="1463040"/>
            <a:ext cx="2560320" cy="3017520"/>
          </a:xfrm>
          <a:prstGeom prst="rect">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2" name="Label liste 1"/>
          <p:cNvSpPr txBox="1"/>
          <p:nvPr/>
        </p:nvSpPr>
        <p:spPr>
          <a:xfrm>
            <a:off x="777240" y="1645920"/>
            <a:ext cx="2103120" cy="228600"/>
          </a:xfrm>
          <a:prstGeom prst="rect">
            <a:avLst/>
          </a:prstGeom>
          <a:noFill/>
        </p:spPr>
        <p:txBody>
          <a:bodyPr wrap="square" anchor="t" lIns="0" rIns="0" tIns="0" bIns="0">
            <a:spAutoFit/>
          </a:bodyPr>
          <a:lstStyle/>
          <a:p>
            <a:pPr algn="l"/>
            <a:r>
              <a:rPr sz="900" b="1">
                <a:solidFill>
                  <a:srgbClr val="D98E04"/>
                </a:solidFill>
                <a:latin typeface="Calibri"/>
              </a:rPr>
              <a:t>LISTE 1 · SÉMANTIQUE</a:t>
            </a:r>
          </a:p>
        </p:txBody>
      </p:sp>
      <p:sp>
        <p:nvSpPr>
          <p:cNvPr id="10003" name="Titre liste 1"/>
          <p:cNvSpPr txBox="1"/>
          <p:nvPr/>
        </p:nvSpPr>
        <p:spPr>
          <a:xfrm>
            <a:off x="777240" y="1920240"/>
            <a:ext cx="2103120" cy="594360"/>
          </a:xfrm>
          <a:prstGeom prst="rect">
            <a:avLst/>
          </a:prstGeom>
          <a:noFill/>
        </p:spPr>
        <p:txBody>
          <a:bodyPr wrap="square" anchor="t" lIns="0" rIns="0" tIns="0" bIns="0">
            <a:spAutoFit/>
          </a:bodyPr>
          <a:lstStyle/>
          <a:p>
            <a:pPr algn="l"/>
            <a:r>
              <a:rPr sz="1500" b="1">
                <a:solidFill>
                  <a:srgbClr val="FFFFFF"/>
                </a:solidFill>
                <a:latin typeface="Cambria"/>
              </a:rPr>
              <a:t>Proche d'un terme connu</a:t>
            </a:r>
          </a:p>
        </p:txBody>
      </p:sp>
      <p:sp>
        <p:nvSpPr>
          <p:cNvPr id="10004" name="Texte liste 1"/>
          <p:cNvSpPr txBox="1"/>
          <p:nvPr/>
        </p:nvSpPr>
        <p:spPr>
          <a:xfrm>
            <a:off x="777240" y="2560320"/>
            <a:ext cx="2103120" cy="777240"/>
          </a:xfrm>
          <a:prstGeom prst="rect">
            <a:avLst/>
          </a:prstGeom>
          <a:noFill/>
        </p:spPr>
        <p:txBody>
          <a:bodyPr wrap="square" anchor="t" lIns="0" rIns="0" tIns="0" bIns="0">
            <a:spAutoFit/>
          </a:bodyPr>
          <a:lstStyle/>
          <a:p>
            <a:pPr algn="l"/>
            <a:r>
              <a:rPr sz="1150" b="0">
                <a:solidFill>
                  <a:srgbClr val="FFFFFF"/>
                </a:solidFill>
                <a:latin typeface="Calibri"/>
              </a:rPr>
              <a:t>Similarité de sens avec le vocabulaire, mesurée par un modèle léger.</a:t>
            </a:r>
          </a:p>
        </p:txBody>
      </p:sp>
      <p:sp>
        <p:nvSpPr>
          <p:cNvPr id="10005" name="Précision liste 1"/>
          <p:cNvSpPr txBox="1"/>
          <p:nvPr/>
        </p:nvSpPr>
        <p:spPr>
          <a:xfrm>
            <a:off x="777240" y="3383280"/>
            <a:ext cx="2103120" cy="548640"/>
          </a:xfrm>
          <a:prstGeom prst="rect">
            <a:avLst/>
          </a:prstGeom>
          <a:noFill/>
        </p:spPr>
        <p:txBody>
          <a:bodyPr wrap="square" anchor="t" lIns="0" rIns="0" tIns="0" bIns="0">
            <a:spAutoFit/>
          </a:bodyPr>
          <a:lstStyle/>
          <a:p>
            <a:pPr algn="l"/>
            <a:r>
              <a:rPr sz="3000" b="1">
                <a:solidFill>
                  <a:srgbClr val="D98E04"/>
                </a:solidFill>
                <a:latin typeface="Cambria"/>
              </a:rPr>
              <a:t>0.53</a:t>
            </a:r>
          </a:p>
        </p:txBody>
      </p:sp>
      <p:sp>
        <p:nvSpPr>
          <p:cNvPr id="10006" name="Légende liste 1"/>
          <p:cNvSpPr txBox="1"/>
          <p:nvPr/>
        </p:nvSpPr>
        <p:spPr>
          <a:xfrm>
            <a:off x="777240" y="3931920"/>
            <a:ext cx="2103120" cy="411480"/>
          </a:xfrm>
          <a:prstGeom prst="rect">
            <a:avLst/>
          </a:prstGeom>
          <a:noFill/>
        </p:spPr>
        <p:txBody>
          <a:bodyPr wrap="square" anchor="t" lIns="0" rIns="0" tIns="0" bIns="0">
            <a:spAutoFit/>
          </a:bodyPr>
          <a:lstStyle/>
          <a:p>
            <a:pPr algn="l"/>
            <a:r>
              <a:rPr sz="1000" b="0">
                <a:solidFill>
                  <a:srgbClr val="E4F0EE"/>
                </a:solidFill>
                <a:latin typeface="Calibri"/>
              </a:rPr>
              <a:t>~1 suggestion sur 2 juste · 0.85 pondéré par les occurrences</a:t>
            </a:r>
          </a:p>
        </p:txBody>
      </p:sp>
      <p:sp>
        <p:nvSpPr>
          <p:cNvPr id="10007" name="Carte liste 2"/>
          <p:cNvSpPr/>
          <p:nvPr/>
        </p:nvSpPr>
        <p:spPr>
          <a:xfrm>
            <a:off x="3291840" y="1463040"/>
            <a:ext cx="2560320" cy="3017520"/>
          </a:xfrm>
          <a:prstGeom prst="rect">
            <a:avLst/>
          </a:prstGeom>
          <a:solidFill>
            <a:srgbClr val="E4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8" name="Label liste 2"/>
          <p:cNvSpPr txBox="1"/>
          <p:nvPr/>
        </p:nvSpPr>
        <p:spPr>
          <a:xfrm>
            <a:off x="3520440" y="1645920"/>
            <a:ext cx="2103120" cy="228600"/>
          </a:xfrm>
          <a:prstGeom prst="rect">
            <a:avLst/>
          </a:prstGeom>
          <a:noFill/>
        </p:spPr>
        <p:txBody>
          <a:bodyPr wrap="square" anchor="t" lIns="0" rIns="0" tIns="0" bIns="0">
            <a:spAutoFit/>
          </a:bodyPr>
          <a:lstStyle/>
          <a:p>
            <a:pPr algn="l"/>
            <a:r>
              <a:rPr sz="900" b="1">
                <a:solidFill>
                  <a:srgbClr val="2F7F86"/>
                </a:solidFill>
                <a:latin typeface="Calibri"/>
              </a:rPr>
              <a:t>LISTE 2 · STRUCTUREL</a:t>
            </a:r>
          </a:p>
        </p:txBody>
      </p:sp>
      <p:sp>
        <p:nvSpPr>
          <p:cNvPr id="10009" name="Titre liste 2"/>
          <p:cNvSpPr txBox="1"/>
          <p:nvPr/>
        </p:nvSpPr>
        <p:spPr>
          <a:xfrm>
            <a:off x="3520440" y="1920240"/>
            <a:ext cx="2103120" cy="594360"/>
          </a:xfrm>
          <a:prstGeom prst="rect">
            <a:avLst/>
          </a:prstGeom>
          <a:noFill/>
        </p:spPr>
        <p:txBody>
          <a:bodyPr wrap="square" anchor="t" lIns="0" rIns="0" tIns="0" bIns="0">
            <a:spAutoFit/>
          </a:bodyPr>
          <a:lstStyle/>
          <a:p>
            <a:pPr algn="l"/>
            <a:r>
              <a:rPr sz="1500" b="1">
                <a:solidFill>
                  <a:srgbClr val="12343B"/>
                </a:solidFill>
                <a:latin typeface="Cambria"/>
              </a:rPr>
              <a:t>Profil de terme important</a:t>
            </a:r>
          </a:p>
        </p:txBody>
      </p:sp>
      <p:sp>
        <p:nvSpPr>
          <p:cNvPr id="10010" name="Texte liste 2"/>
          <p:cNvSpPr txBox="1"/>
          <p:nvPr/>
        </p:nvSpPr>
        <p:spPr>
          <a:xfrm>
            <a:off x="3520440" y="2560320"/>
            <a:ext cx="2103120" cy="777240"/>
          </a:xfrm>
          <a:prstGeom prst="rect">
            <a:avLst/>
          </a:prstGeom>
          <a:noFill/>
        </p:spPr>
        <p:txBody>
          <a:bodyPr wrap="square" anchor="t" lIns="0" rIns="0" tIns="0" bIns="0">
            <a:spAutoFit/>
          </a:bodyPr>
          <a:lstStyle/>
          <a:p>
            <a:pPr algn="l"/>
            <a:r>
              <a:rPr sz="1150" b="0">
                <a:solidFill>
                  <a:srgbClr val="1F2A2E"/>
                </a:solidFill>
                <a:latin typeface="Calibri"/>
              </a:rPr>
              <a:t>Fréquence et position dans le texte, indépendamment du vocabulaire.</a:t>
            </a:r>
          </a:p>
        </p:txBody>
      </p:sp>
      <p:sp>
        <p:nvSpPr>
          <p:cNvPr id="10011" name="Précision liste 2"/>
          <p:cNvSpPr txBox="1"/>
          <p:nvPr/>
        </p:nvSpPr>
        <p:spPr>
          <a:xfrm>
            <a:off x="3520440" y="3383280"/>
            <a:ext cx="2103120" cy="548640"/>
          </a:xfrm>
          <a:prstGeom prst="rect">
            <a:avLst/>
          </a:prstGeom>
          <a:noFill/>
        </p:spPr>
        <p:txBody>
          <a:bodyPr wrap="square" anchor="t" lIns="0" rIns="0" tIns="0" bIns="0">
            <a:spAutoFit/>
          </a:bodyPr>
          <a:lstStyle/>
          <a:p>
            <a:pPr algn="l"/>
            <a:r>
              <a:rPr sz="3000" b="1">
                <a:solidFill>
                  <a:srgbClr val="12343B"/>
                </a:solidFill>
                <a:latin typeface="Cambria"/>
              </a:rPr>
              <a:t>0.23</a:t>
            </a:r>
          </a:p>
        </p:txBody>
      </p:sp>
      <p:sp>
        <p:nvSpPr>
          <p:cNvPr id="10012" name="Légende liste 2"/>
          <p:cNvSpPr txBox="1"/>
          <p:nvPr/>
        </p:nvSpPr>
        <p:spPr>
          <a:xfrm>
            <a:off x="3520440" y="3931920"/>
            <a:ext cx="2103120" cy="411480"/>
          </a:xfrm>
          <a:prstGeom prst="rect">
            <a:avLst/>
          </a:prstGeom>
          <a:noFill/>
        </p:spPr>
        <p:txBody>
          <a:bodyPr wrap="square" anchor="t" lIns="0" rIns="0" tIns="0" bIns="0">
            <a:spAutoFit/>
          </a:bodyPr>
          <a:lstStyle/>
          <a:p>
            <a:pPr algn="l"/>
            <a:r>
              <a:rPr sz="1000" b="0">
                <a:solidFill>
                  <a:srgbClr val="5B6B70"/>
                </a:solidFill>
                <a:latin typeface="Calibri"/>
              </a:rPr>
              <a:t>~1 suggestion sur 4 juste · 0.39 pondéré par les occurrences</a:t>
            </a:r>
          </a:p>
        </p:txBody>
      </p:sp>
      <p:sp>
        <p:nvSpPr>
          <p:cNvPr id="10013" name="Carte liste 3"/>
          <p:cNvSpPr/>
          <p:nvPr/>
        </p:nvSpPr>
        <p:spPr>
          <a:xfrm>
            <a:off x="6035040" y="1463040"/>
            <a:ext cx="2560320" cy="3017520"/>
          </a:xfrm>
          <a:prstGeom prst="rect">
            <a:avLst/>
          </a:prstGeom>
          <a:solidFill>
            <a:srgbClr val="E4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4" name="Label liste 3"/>
          <p:cNvSpPr txBox="1"/>
          <p:nvPr/>
        </p:nvSpPr>
        <p:spPr>
          <a:xfrm>
            <a:off x="6263640" y="1645920"/>
            <a:ext cx="2103120" cy="228600"/>
          </a:xfrm>
          <a:prstGeom prst="rect">
            <a:avLst/>
          </a:prstGeom>
          <a:noFill/>
        </p:spPr>
        <p:txBody>
          <a:bodyPr wrap="square" anchor="t" lIns="0" rIns="0" tIns="0" bIns="0">
            <a:spAutoFit/>
          </a:bodyPr>
          <a:lstStyle/>
          <a:p>
            <a:pPr algn="l"/>
            <a:r>
              <a:rPr sz="900" b="1">
                <a:solidFill>
                  <a:srgbClr val="2F7F86"/>
                </a:solidFill>
                <a:latin typeface="Calibri"/>
              </a:rPr>
              <a:t>LISTE 3 · SPÉCIFICITÉ</a:t>
            </a:r>
          </a:p>
        </p:txBody>
      </p:sp>
      <p:sp>
        <p:nvSpPr>
          <p:cNvPr id="10015" name="Titre liste 3"/>
          <p:cNvSpPr txBox="1"/>
          <p:nvPr/>
        </p:nvSpPr>
        <p:spPr>
          <a:xfrm>
            <a:off x="6263640" y="1920240"/>
            <a:ext cx="2103120" cy="594360"/>
          </a:xfrm>
          <a:prstGeom prst="rect">
            <a:avLst/>
          </a:prstGeom>
          <a:noFill/>
        </p:spPr>
        <p:txBody>
          <a:bodyPr wrap="square" anchor="t" lIns="0" rIns="0" tIns="0" bIns="0">
            <a:spAutoFit/>
          </a:bodyPr>
          <a:lstStyle/>
          <a:p>
            <a:pPr algn="l"/>
            <a:r>
              <a:rPr sz="1500" b="1">
                <a:solidFill>
                  <a:srgbClr val="12343B"/>
                </a:solidFill>
                <a:latin typeface="Cambria"/>
              </a:rPr>
              <a:t>Mot rare vs langue courante</a:t>
            </a:r>
          </a:p>
        </p:txBody>
      </p:sp>
      <p:sp>
        <p:nvSpPr>
          <p:cNvPr id="10016" name="Texte liste 3"/>
          <p:cNvSpPr txBox="1"/>
          <p:nvPr/>
        </p:nvSpPr>
        <p:spPr>
          <a:xfrm>
            <a:off x="6263640" y="2560320"/>
            <a:ext cx="2103120" cy="777240"/>
          </a:xfrm>
          <a:prstGeom prst="rect">
            <a:avLst/>
          </a:prstGeom>
          <a:noFill/>
        </p:spPr>
        <p:txBody>
          <a:bodyPr wrap="square" anchor="t" lIns="0" rIns="0" tIns="0" bIns="0">
            <a:spAutoFit/>
          </a:bodyPr>
          <a:lstStyle/>
          <a:p>
            <a:pPr algn="l"/>
            <a:r>
              <a:rPr sz="1150" b="0">
                <a:solidFill>
                  <a:srgbClr val="1F2A2E"/>
                </a:solidFill>
                <a:latin typeface="Calibri"/>
              </a:rPr>
              <a:t>Contraste de fréquence : le signal le plus bruité, désactivé par défaut.</a:t>
            </a:r>
          </a:p>
        </p:txBody>
      </p:sp>
      <p:sp>
        <p:nvSpPr>
          <p:cNvPr id="10017" name="Précision liste 3"/>
          <p:cNvSpPr txBox="1"/>
          <p:nvPr/>
        </p:nvSpPr>
        <p:spPr>
          <a:xfrm>
            <a:off x="6263640" y="3383280"/>
            <a:ext cx="2103120" cy="548640"/>
          </a:xfrm>
          <a:prstGeom prst="rect">
            <a:avLst/>
          </a:prstGeom>
          <a:noFill/>
        </p:spPr>
        <p:txBody>
          <a:bodyPr wrap="square" anchor="t" lIns="0" rIns="0" tIns="0" bIns="0">
            <a:spAutoFit/>
          </a:bodyPr>
          <a:lstStyle/>
          <a:p>
            <a:pPr algn="l"/>
            <a:r>
              <a:rPr sz="3000" b="1">
                <a:solidFill>
                  <a:srgbClr val="12343B"/>
                </a:solidFill>
                <a:latin typeface="Cambria"/>
              </a:rPr>
              <a:t>0.14</a:t>
            </a:r>
          </a:p>
        </p:txBody>
      </p:sp>
      <p:sp>
        <p:nvSpPr>
          <p:cNvPr id="10018" name="Légende liste 3"/>
          <p:cNvSpPr txBox="1"/>
          <p:nvPr/>
        </p:nvSpPr>
        <p:spPr>
          <a:xfrm>
            <a:off x="6263640" y="3931920"/>
            <a:ext cx="2103120" cy="411480"/>
          </a:xfrm>
          <a:prstGeom prst="rect">
            <a:avLst/>
          </a:prstGeom>
          <a:noFill/>
        </p:spPr>
        <p:txBody>
          <a:bodyPr wrap="square" anchor="t" lIns="0" rIns="0" tIns="0" bIns="0">
            <a:spAutoFit/>
          </a:bodyPr>
          <a:lstStyle/>
          <a:p>
            <a:pPr algn="l"/>
            <a:r>
              <a:rPr sz="1000" b="0">
                <a:solidFill>
                  <a:srgbClr val="5B6B70"/>
                </a:solidFill>
                <a:latin typeface="Calibri"/>
              </a:rPr>
              <a:t>~1 suggestion sur 7 juste · 0.27 pondéré par les occurrences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8046720" cy="548640"/>
          </a:xfrm>
        </p:spPr>
        <p:txBody>
          <a:bodyPr wrap="square" lIns="0" rIns="0" tIns="0" bIns="0"/>
          <a:lstStyle/>
          <a:p>
            <a:r>
              <a:rPr sz="2800" b="1">
                <a:solidFill>
                  <a:srgbClr val="12343B"/>
                </a:solidFill>
                <a:latin typeface="Cambria"/>
              </a:rPr>
              <a:t>Consigne : traiter les listes dans l'ordre</a:t>
            </a:r>
          </a:p>
        </p:txBody>
      </p:sp>
      <p:sp>
        <p:nvSpPr>
          <p:cNvPr id="9999" name="Numéro de diapositive"/>
          <p:cNvSpPr>
            <a:spLocks noGrp="1"/>
          </p:cNvSpPr>
          <p:nvPr>
            <p:ph type="sldNum" idx="5"/>
          </p:nvPr>
        </p:nvSpPr>
        <p:spPr>
          <a:xfrm>
            <a:off x="8138160" y="4754880"/>
            <a:ext cx="456840" cy="228240"/>
          </a:xfrm>
          <a:prstGeom prst="rect">
            <a:avLst/>
          </a:prstGeom>
          <a:noFill/>
        </p:spPr>
        <p:txBody>
          <a:bodyPr lIns="0" tIns="0" rIns="0" bIns="0" anchor="t">
            <a:noAutofit/>
          </a:bodyPr>
          <a:lstStyle/>
          <a:p>
            <a:pPr algn="r"/>
            <a:fld id="{BD72BB8C-084F-414C-B2D6-4A9D24DF87B6}" type="slidenum">
              <a:rPr lang="fr-FR" sz="900">
                <a:solidFill>
                  <a:srgbClr val="5B6B70"/>
                </a:solidFill>
                <a:latin typeface="Calibri"/>
              </a:rPr>
              <a:t>‹N°›</a:t>
            </a:fld>
          </a:p>
        </p:txBody>
      </p:sp>
      <p:sp>
        <p:nvSpPr>
          <p:cNvPr id="10000" name="Sous-titre"/>
          <p:cNvSpPr txBox="1"/>
          <p:nvPr/>
        </p:nvSpPr>
        <p:spPr>
          <a:xfrm>
            <a:off x="548640" y="914400"/>
            <a:ext cx="8046720" cy="320040"/>
          </a:xfrm>
          <a:prstGeom prst="rect">
            <a:avLst/>
          </a:prstGeom>
          <a:noFill/>
        </p:spPr>
        <p:txBody>
          <a:bodyPr wrap="square" anchor="t" lIns="0" rIns="0" tIns="0" bIns="0">
            <a:spAutoFit/>
          </a:bodyPr>
          <a:lstStyle/>
          <a:p>
            <a:pPr algn="l"/>
            <a:r>
              <a:rPr sz="1300" b="0">
                <a:solidFill>
                  <a:srgbClr val="5B6B70"/>
                </a:solidFill>
                <a:latin typeface="Calibri"/>
              </a:rPr>
              <a:t>Ne jamais lire les scores bruts : seuls les trois statuts seuillés guident la décision, dans l'ordre 1 → 2 → 3</a:t>
            </a:r>
          </a:p>
        </p:txBody>
      </p:sp>
      <p:sp>
        <p:nvSpPr>
          <p:cNvPr id="10001" name="Puce 1"/>
          <p:cNvSpPr/>
          <p:nvPr/>
        </p:nvSpPr>
        <p:spPr>
          <a:xfrm>
            <a:off x="548640" y="1508760"/>
            <a:ext cx="411480" cy="411480"/>
          </a:xfrm>
          <a:prstGeom prst="ellipse">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002" name="Consigne 1"/>
          <p:cNvSpPr txBox="1"/>
          <p:nvPr/>
        </p:nvSpPr>
        <p:spPr>
          <a:xfrm>
            <a:off x="1143000" y="1463040"/>
            <a:ext cx="7406640" cy="274320"/>
          </a:xfrm>
          <a:prstGeom prst="rect">
            <a:avLst/>
          </a:prstGeom>
          <a:noFill/>
        </p:spPr>
        <p:txBody>
          <a:bodyPr wrap="square" anchor="t" lIns="0" rIns="0" tIns="0" bIns="0">
            <a:spAutoFit/>
          </a:bodyPr>
          <a:lstStyle/>
          <a:p>
            <a:pPr algn="l"/>
            <a:r>
              <a:rPr sz="1500" b="1">
                <a:solidFill>
                  <a:srgbClr val="12343B"/>
                </a:solidFill>
                <a:latin typeface="Cambria"/>
              </a:rPr>
              <a:t>Liste 1 · sémantique — en premier</a:t>
            </a:r>
          </a:p>
        </p:txBody>
      </p:sp>
      <p:sp>
        <p:nvSpPr>
          <p:cNvPr id="10003" name="Méthode 1"/>
          <p:cNvSpPr txBox="1"/>
          <p:nvPr/>
        </p:nvSpPr>
        <p:spPr>
          <a:xfrm>
            <a:off x="1143000" y="1755648"/>
            <a:ext cx="7406640" cy="228600"/>
          </a:xfrm>
          <a:prstGeom prst="rect">
            <a:avLst/>
          </a:prstGeom>
          <a:noFill/>
        </p:spPr>
        <p:txBody>
          <a:bodyPr wrap="square" anchor="t" lIns="0" rIns="0" tIns="0" bIns="0">
            <a:spAutoFit/>
          </a:bodyPr>
          <a:lstStyle/>
          <a:p>
            <a:pPr algn="l"/>
            <a:r>
              <a:rPr sz="1200" b="0">
                <a:solidFill>
                  <a:srgbClr val="1F2A2E"/>
                </a:solidFill>
                <a:latin typeface="Calibri"/>
              </a:rPr>
              <a:t>Revue rapide, en commençant par les candidats les plus fréquents</a:t>
            </a:r>
          </a:p>
        </p:txBody>
      </p:sp>
      <p:sp>
        <p:nvSpPr>
          <p:cNvPr id="10004" name="Précision 1"/>
          <p:cNvSpPr txBox="1"/>
          <p:nvPr/>
        </p:nvSpPr>
        <p:spPr>
          <a:xfrm>
            <a:off x="1143000" y="1975104"/>
            <a:ext cx="7406640" cy="228600"/>
          </a:xfrm>
          <a:prstGeom prst="rect">
            <a:avLst/>
          </a:prstGeom>
          <a:noFill/>
        </p:spPr>
        <p:txBody>
          <a:bodyPr wrap="square" anchor="t" lIns="0" rIns="0" tIns="0" bIns="0">
            <a:spAutoFit/>
          </a:bodyPr>
          <a:lstStyle/>
          <a:p>
            <a:pPr algn="l"/>
            <a:r>
              <a:rPr sz="1100" b="1">
                <a:solidFill>
                  <a:srgbClr val="2F7F86"/>
                </a:solidFill>
                <a:latin typeface="Calibri"/>
              </a:rPr>
              <a:t>Environ 1 suggestion sur 2 juste (0.53) · 4 sur 5 dans le quart le plus fréquent (0.81)</a:t>
            </a:r>
          </a:p>
        </p:txBody>
      </p:sp>
      <p:sp>
        <p:nvSpPr>
          <p:cNvPr id="10005" name="Puce 2"/>
          <p:cNvSpPr/>
          <p:nvPr/>
        </p:nvSpPr>
        <p:spPr>
          <a:xfrm>
            <a:off x="548640" y="2331720"/>
            <a:ext cx="411480" cy="411480"/>
          </a:xfrm>
          <a:prstGeom prst="ellipse">
            <a:avLst/>
          </a:prstGeom>
          <a:solidFill>
            <a:srgbClr val="2F7F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0006" name="Consigne 2"/>
          <p:cNvSpPr txBox="1"/>
          <p:nvPr/>
        </p:nvSpPr>
        <p:spPr>
          <a:xfrm>
            <a:off x="1143000" y="2286000"/>
            <a:ext cx="7406640" cy="274320"/>
          </a:xfrm>
          <a:prstGeom prst="rect">
            <a:avLst/>
          </a:prstGeom>
          <a:noFill/>
        </p:spPr>
        <p:txBody>
          <a:bodyPr wrap="square" anchor="t" lIns="0" rIns="0" tIns="0" bIns="0">
            <a:spAutoFit/>
          </a:bodyPr>
          <a:lstStyle/>
          <a:p>
            <a:pPr algn="l"/>
            <a:r>
              <a:rPr sz="1500" b="1">
                <a:solidFill>
                  <a:srgbClr val="12343B"/>
                </a:solidFill>
                <a:latin typeface="Cambria"/>
              </a:rPr>
              <a:t>Liste 2 · structurel — ensuite, séparément</a:t>
            </a:r>
          </a:p>
        </p:txBody>
      </p:sp>
      <p:sp>
        <p:nvSpPr>
          <p:cNvPr id="10007" name="Méthode 2"/>
          <p:cNvSpPr txBox="1"/>
          <p:nvPr/>
        </p:nvSpPr>
        <p:spPr>
          <a:xfrm>
            <a:off x="1143000" y="2578608"/>
            <a:ext cx="7406640" cy="228600"/>
          </a:xfrm>
          <a:prstGeom prst="rect">
            <a:avLst/>
          </a:prstGeom>
          <a:noFill/>
        </p:spPr>
        <p:txBody>
          <a:bodyPr wrap="square" anchor="t" lIns="0" rIns="0" tIns="0" bIns="0">
            <a:spAutoFit/>
          </a:bodyPr>
          <a:lstStyle/>
          <a:p>
            <a:pPr algn="l"/>
            <a:r>
              <a:rPr sz="1200" b="0">
                <a:solidFill>
                  <a:srgbClr val="1F2A2E"/>
                </a:solidFill>
                <a:latin typeface="Calibri"/>
              </a:rPr>
              <a:t>Lecture individuelle avec le contexte, jamais en lot</a:t>
            </a:r>
          </a:p>
        </p:txBody>
      </p:sp>
      <p:sp>
        <p:nvSpPr>
          <p:cNvPr id="10008" name="Précision 2"/>
          <p:cNvSpPr txBox="1"/>
          <p:nvPr/>
        </p:nvSpPr>
        <p:spPr>
          <a:xfrm>
            <a:off x="1143000" y="2798064"/>
            <a:ext cx="7406640" cy="228600"/>
          </a:xfrm>
          <a:prstGeom prst="rect">
            <a:avLst/>
          </a:prstGeom>
          <a:noFill/>
        </p:spPr>
        <p:txBody>
          <a:bodyPr wrap="square" anchor="t" lIns="0" rIns="0" tIns="0" bIns="0">
            <a:spAutoFit/>
          </a:bodyPr>
          <a:lstStyle/>
          <a:p>
            <a:pPr algn="l"/>
            <a:r>
              <a:rPr sz="1100" b="1">
                <a:solidFill>
                  <a:srgbClr val="2F7F86"/>
                </a:solidFill>
                <a:latin typeface="Calibri"/>
              </a:rPr>
              <a:t>Environ 1 suggestion sur 4 juste (0.23) · plus de bruit attendu, ce n'est pas une anomalie</a:t>
            </a:r>
          </a:p>
        </p:txBody>
      </p:sp>
      <p:sp>
        <p:nvSpPr>
          <p:cNvPr id="10009" name="Puce 3"/>
          <p:cNvSpPr/>
          <p:nvPr/>
        </p:nvSpPr>
        <p:spPr>
          <a:xfrm>
            <a:off x="548640" y="3154679"/>
            <a:ext cx="411480" cy="41148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0010" name="Consigne 3"/>
          <p:cNvSpPr txBox="1"/>
          <p:nvPr/>
        </p:nvSpPr>
        <p:spPr>
          <a:xfrm>
            <a:off x="1143000" y="3108960"/>
            <a:ext cx="7406640" cy="274320"/>
          </a:xfrm>
          <a:prstGeom prst="rect">
            <a:avLst/>
          </a:prstGeom>
          <a:noFill/>
        </p:spPr>
        <p:txBody>
          <a:bodyPr wrap="square" anchor="t" lIns="0" rIns="0" tIns="0" bIns="0">
            <a:spAutoFit/>
          </a:bodyPr>
          <a:lstStyle/>
          <a:p>
            <a:pPr algn="l"/>
            <a:r>
              <a:rPr sz="1500" b="1">
                <a:solidFill>
                  <a:srgbClr val="12343B"/>
                </a:solidFill>
                <a:latin typeface="Cambria"/>
              </a:rPr>
              <a:t>Liste 3 · spécificité — en dernier, si activée</a:t>
            </a:r>
          </a:p>
        </p:txBody>
      </p:sp>
      <p:sp>
        <p:nvSpPr>
          <p:cNvPr id="10011" name="Méthode 3"/>
          <p:cNvSpPr txBox="1"/>
          <p:nvPr/>
        </p:nvSpPr>
        <p:spPr>
          <a:xfrm>
            <a:off x="1143000" y="3401568"/>
            <a:ext cx="7406640" cy="228600"/>
          </a:xfrm>
          <a:prstGeom prst="rect">
            <a:avLst/>
          </a:prstGeom>
          <a:noFill/>
        </p:spPr>
        <p:txBody>
          <a:bodyPr wrap="square" anchor="t" lIns="0" rIns="0" tIns="0" bIns="0">
            <a:spAutoFit/>
          </a:bodyPr>
          <a:lstStyle/>
          <a:p>
            <a:pPr algn="l"/>
            <a:r>
              <a:rPr sz="1200" b="0">
                <a:solidFill>
                  <a:srgbClr val="1F2A2E"/>
                </a:solidFill>
                <a:latin typeface="Calibri"/>
              </a:rPr>
              <a:t>Liste exploratoire, tri manuel plus lourd</a:t>
            </a:r>
          </a:p>
        </p:txBody>
      </p:sp>
      <p:sp>
        <p:nvSpPr>
          <p:cNvPr id="10012" name="Précision 3"/>
          <p:cNvSpPr txBox="1"/>
          <p:nvPr/>
        </p:nvSpPr>
        <p:spPr>
          <a:xfrm>
            <a:off x="1143000" y="3621024"/>
            <a:ext cx="7406640" cy="228600"/>
          </a:xfrm>
          <a:prstGeom prst="rect">
            <a:avLst/>
          </a:prstGeom>
          <a:noFill/>
        </p:spPr>
        <p:txBody>
          <a:bodyPr wrap="square" anchor="t" lIns="0" rIns="0" tIns="0" bIns="0">
            <a:spAutoFit/>
          </a:bodyPr>
          <a:lstStyle/>
          <a:p>
            <a:pPr algn="l"/>
            <a:r>
              <a:rPr sz="1100" b="1">
                <a:solidFill>
                  <a:srgbClr val="2F7F86"/>
                </a:solidFill>
                <a:latin typeface="Calibri"/>
              </a:rPr>
              <a:t>Environ 1 suggestion sur 7 juste (0.14)</a:t>
            </a:r>
          </a:p>
        </p:txBody>
      </p:sp>
      <p:sp>
        <p:nvSpPr>
          <p:cNvPr id="10013" name="Bandeau règles"/>
          <p:cNvSpPr/>
          <p:nvPr/>
        </p:nvSpPr>
        <p:spPr>
          <a:xfrm>
            <a:off x="548640" y="4023360"/>
            <a:ext cx="8046720" cy="457200"/>
          </a:xfrm>
          <a:prstGeom prst="rect">
            <a:avLst/>
          </a:prstGeom>
          <a:solidFill>
            <a:srgbClr val="E4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4" name="Règles"/>
          <p:cNvSpPr txBox="1"/>
          <p:nvPr/>
        </p:nvSpPr>
        <p:spPr>
          <a:xfrm>
            <a:off x="731520" y="4023360"/>
            <a:ext cx="7680960" cy="457200"/>
          </a:xfrm>
          <a:prstGeom prst="rect">
            <a:avLst/>
          </a:prstGeom>
          <a:noFill/>
        </p:spPr>
        <p:txBody>
          <a:bodyPr wrap="square" anchor="ctr" lIns="0" rIns="0" tIns="0" bIns="0">
            <a:spAutoFit/>
          </a:bodyPr>
          <a:lstStyle/>
          <a:p>
            <a:pPr algn="l"/>
            <a:r>
              <a:rPr sz="1100" b="0">
                <a:solidFill>
                  <a:srgbClr val="5B6B70"/>
                </a:solidFill>
                <a:latin typeface="Calibri"/>
              </a:rPr>
              <a:t>Déjà dans le vocabulaire → rien à faire   ·   dans aucune liste → hors périmètre   ·   jamais comparer les scores bruts entre eux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8046720" cy="548640"/>
          </a:xfrm>
        </p:spPr>
        <p:txBody>
          <a:bodyPr wrap="square" lIns="0" rIns="0" tIns="0" bIns="0"/>
          <a:lstStyle/>
          <a:p>
            <a:r>
              <a:rPr sz="2800" b="1">
                <a:solidFill>
                  <a:srgbClr val="12343B"/>
                </a:solidFill>
                <a:latin typeface="Cambria"/>
              </a:rPr>
              <a:t>Testé contre un gold standard</a:t>
            </a:r>
          </a:p>
        </p:txBody>
      </p:sp>
      <p:sp>
        <p:nvSpPr>
          <p:cNvPr id="9999" name="Numéro de diapositive"/>
          <p:cNvSpPr>
            <a:spLocks noGrp="1"/>
          </p:cNvSpPr>
          <p:nvPr>
            <p:ph type="sldNum" idx="8"/>
          </p:nvPr>
        </p:nvSpPr>
        <p:spPr>
          <a:xfrm>
            <a:off x="8138160" y="4754880"/>
            <a:ext cx="456840" cy="228240"/>
          </a:xfrm>
          <a:prstGeom prst="rect">
            <a:avLst/>
          </a:prstGeom>
          <a:noFill/>
        </p:spPr>
        <p:txBody>
          <a:bodyPr lIns="0" tIns="0" rIns="0" bIns="0" anchor="t">
            <a:noAutofit/>
          </a:bodyPr>
          <a:lstStyle/>
          <a:p>
            <a:pPr algn="r"/>
            <a:fld id="{BD72BB8C-084F-414C-B2D6-4A9D24DF87B6}" type="slidenum">
              <a:rPr lang="fr-FR" sz="900">
                <a:solidFill>
                  <a:srgbClr val="5B6B70"/>
                </a:solidFill>
                <a:latin typeface="Calibri"/>
              </a:rPr>
              <a:t>‹N°›</a:t>
            </a:fld>
          </a:p>
        </p:txBody>
      </p:sp>
      <p:sp>
        <p:nvSpPr>
          <p:cNvPr id="10000" name="Sous-titre"/>
          <p:cNvSpPr txBox="1"/>
          <p:nvPr/>
        </p:nvSpPr>
        <p:spPr>
          <a:xfrm>
            <a:off x="548640" y="914400"/>
            <a:ext cx="8046720" cy="320040"/>
          </a:xfrm>
          <a:prstGeom prst="rect">
            <a:avLst/>
          </a:prstGeom>
          <a:noFill/>
        </p:spPr>
        <p:txBody>
          <a:bodyPr wrap="square" anchor="t" lIns="0" rIns="0" tIns="0" bIns="0">
            <a:spAutoFit/>
          </a:bodyPr>
          <a:lstStyle/>
          <a:p>
            <a:pPr algn="l"/>
            <a:r>
              <a:rPr sz="1300" b="0">
                <a:solidFill>
                  <a:srgbClr val="5B6B70"/>
                </a:solidFill>
                <a:latin typeface="Calibri"/>
              </a:rPr>
              <a:t>Corpus ACTER : 18 900 termes annotés à la main, FR + EN, 4 domaines — mesuré sans vocabulaire cible</a:t>
            </a:r>
          </a:p>
        </p:txBody>
      </p:sp>
      <p:sp>
        <p:nvSpPr>
          <p:cNvPr id="10001" name="Chiffre 1"/>
          <p:cNvSpPr txBox="1"/>
          <p:nvPr/>
        </p:nvSpPr>
        <p:spPr>
          <a:xfrm>
            <a:off x="548640" y="1828800"/>
            <a:ext cx="1828800" cy="777240"/>
          </a:xfrm>
          <a:prstGeom prst="rect">
            <a:avLst/>
          </a:prstGeom>
          <a:noFill/>
        </p:spPr>
        <p:txBody>
          <a:bodyPr wrap="square" anchor="ctr" lIns="0" rIns="0" tIns="0" bIns="0">
            <a:spAutoFit/>
          </a:bodyPr>
          <a:lstStyle/>
          <a:p>
            <a:pPr algn="ctr"/>
            <a:r>
              <a:rPr sz="3800" b="1">
                <a:solidFill>
                  <a:srgbClr val="D98E04"/>
                </a:solidFill>
                <a:latin typeface="Cambria"/>
              </a:rPr>
              <a:t>0.499</a:t>
            </a:r>
          </a:p>
        </p:txBody>
      </p:sp>
      <p:sp>
        <p:nvSpPr>
          <p:cNvPr id="10002" name="Libellé 1"/>
          <p:cNvSpPr txBox="1"/>
          <p:nvPr/>
        </p:nvSpPr>
        <p:spPr>
          <a:xfrm>
            <a:off x="685800" y="2697480"/>
            <a:ext cx="1554480" cy="914400"/>
          </a:xfrm>
          <a:prstGeom prst="rect">
            <a:avLst/>
          </a:prstGeom>
          <a:noFill/>
        </p:spPr>
        <p:txBody>
          <a:bodyPr wrap="square" anchor="t" lIns="0" rIns="0" tIns="0" bIns="0">
            <a:spAutoFit/>
          </a:bodyPr>
          <a:lstStyle/>
          <a:p>
            <a:pPr algn="ctr"/>
            <a:r>
              <a:rPr sz="1200" b="0">
                <a:solidFill>
                  <a:srgbClr val="FFFFFF"/>
                </a:solidFill>
                <a:latin typeface="Calibri"/>
              </a:rPr>
              <a:t>F1, notre chiffre de référence</a:t>
            </a:r>
          </a:p>
        </p:txBody>
      </p:sp>
      <p:sp>
        <p:nvSpPr>
          <p:cNvPr id="10003" name="Chiffre 2"/>
          <p:cNvSpPr txBox="1"/>
          <p:nvPr/>
        </p:nvSpPr>
        <p:spPr>
          <a:xfrm>
            <a:off x="2606040" y="1828800"/>
            <a:ext cx="1828800" cy="777240"/>
          </a:xfrm>
          <a:prstGeom prst="rect">
            <a:avLst/>
          </a:prstGeom>
          <a:noFill/>
        </p:spPr>
        <p:txBody>
          <a:bodyPr wrap="square" anchor="ctr" lIns="0" rIns="0" tIns="0" bIns="0">
            <a:spAutoFit/>
          </a:bodyPr>
          <a:lstStyle/>
          <a:p>
            <a:pPr algn="ctr"/>
            <a:r>
              <a:rPr sz="3800" b="1">
                <a:solidFill>
                  <a:srgbClr val="12343B"/>
                </a:solidFill>
                <a:latin typeface="Cambria"/>
              </a:rPr>
              <a:t>0.556</a:t>
            </a:r>
          </a:p>
        </p:txBody>
      </p:sp>
      <p:sp>
        <p:nvSpPr>
          <p:cNvPr id="10004" name="Libellé 2"/>
          <p:cNvSpPr txBox="1"/>
          <p:nvPr/>
        </p:nvSpPr>
        <p:spPr>
          <a:xfrm>
            <a:off x="2743200" y="2697480"/>
            <a:ext cx="1554480" cy="914400"/>
          </a:xfrm>
          <a:prstGeom prst="rect">
            <a:avLst/>
          </a:prstGeom>
          <a:noFill/>
        </p:spPr>
        <p:txBody>
          <a:bodyPr wrap="square" anchor="t" lIns="0" rIns="0" tIns="0" bIns="0">
            <a:spAutoFit/>
          </a:bodyPr>
          <a:lstStyle/>
          <a:p>
            <a:pPr algn="ctr"/>
            <a:r>
              <a:rPr sz="1200" b="0">
                <a:solidFill>
                  <a:srgbClr val="5B6B70"/>
                </a:solidFill>
                <a:latin typeface="Calibri"/>
              </a:rPr>
              <a:t>précision, mesurée mot par mot (token-level)</a:t>
            </a:r>
          </a:p>
        </p:txBody>
      </p:sp>
      <p:sp>
        <p:nvSpPr>
          <p:cNvPr id="10005" name="Chiffre 3"/>
          <p:cNvSpPr txBox="1"/>
          <p:nvPr/>
        </p:nvSpPr>
        <p:spPr>
          <a:xfrm>
            <a:off x="4663440" y="1828800"/>
            <a:ext cx="1828800" cy="777240"/>
          </a:xfrm>
          <a:prstGeom prst="rect">
            <a:avLst/>
          </a:prstGeom>
          <a:noFill/>
        </p:spPr>
        <p:txBody>
          <a:bodyPr wrap="square" anchor="ctr" lIns="0" rIns="0" tIns="0" bIns="0">
            <a:spAutoFit/>
          </a:bodyPr>
          <a:lstStyle/>
          <a:p>
            <a:pPr algn="ctr"/>
            <a:r>
              <a:rPr sz="3800" b="1">
                <a:solidFill>
                  <a:srgbClr val="12343B"/>
                </a:solidFill>
                <a:latin typeface="Cambria"/>
              </a:rPr>
              <a:t>0.452</a:t>
            </a:r>
          </a:p>
        </p:txBody>
      </p:sp>
      <p:sp>
        <p:nvSpPr>
          <p:cNvPr id="10006" name="Libellé 3"/>
          <p:cNvSpPr txBox="1"/>
          <p:nvPr/>
        </p:nvSpPr>
        <p:spPr>
          <a:xfrm>
            <a:off x="4800600" y="2697480"/>
            <a:ext cx="1554480" cy="914400"/>
          </a:xfrm>
          <a:prstGeom prst="rect">
            <a:avLst/>
          </a:prstGeom>
          <a:noFill/>
        </p:spPr>
        <p:txBody>
          <a:bodyPr wrap="square" anchor="t" lIns="0" rIns="0" tIns="0" bIns="0">
            <a:spAutoFit/>
          </a:bodyPr>
          <a:lstStyle/>
          <a:p>
            <a:pPr algn="ctr"/>
            <a:r>
              <a:rPr sz="1200" b="0">
                <a:solidFill>
                  <a:srgbClr val="5B6B70"/>
                </a:solidFill>
                <a:latin typeface="Calibri"/>
              </a:rPr>
              <a:t>rappel, mesuré mot par mot (token-level)</a:t>
            </a:r>
          </a:p>
        </p:txBody>
      </p:sp>
      <p:sp>
        <p:nvSpPr>
          <p:cNvPr id="10007" name="Chiffre 4"/>
          <p:cNvSpPr txBox="1"/>
          <p:nvPr/>
        </p:nvSpPr>
        <p:spPr>
          <a:xfrm>
            <a:off x="6720840" y="1828800"/>
            <a:ext cx="1828800" cy="777240"/>
          </a:xfrm>
          <a:prstGeom prst="rect">
            <a:avLst/>
          </a:prstGeom>
          <a:noFill/>
        </p:spPr>
        <p:txBody>
          <a:bodyPr wrap="square" anchor="ctr" lIns="0" rIns="0" tIns="0" bIns="0">
            <a:spAutoFit/>
          </a:bodyPr>
          <a:lstStyle/>
          <a:p>
            <a:pPr algn="ctr"/>
            <a:r>
              <a:rPr sz="2600" b="1">
                <a:solidFill>
                  <a:srgbClr val="12343B"/>
                </a:solidFill>
                <a:latin typeface="Cambria"/>
              </a:rPr>
              <a:t>0.32–0.50</a:t>
            </a:r>
          </a:p>
        </p:txBody>
      </p:sp>
      <p:sp>
        <p:nvSpPr>
          <p:cNvPr id="10008" name="Libellé 4"/>
          <p:cNvSpPr txBox="1"/>
          <p:nvPr/>
        </p:nvSpPr>
        <p:spPr>
          <a:xfrm>
            <a:off x="6858000" y="2697480"/>
            <a:ext cx="1554480" cy="914400"/>
          </a:xfrm>
          <a:prstGeom prst="rect">
            <a:avLst/>
          </a:prstGeom>
          <a:noFill/>
        </p:spPr>
        <p:txBody>
          <a:bodyPr wrap="square" anchor="t" lIns="0" rIns="0" tIns="0" bIns="0">
            <a:spAutoFit/>
          </a:bodyPr>
          <a:lstStyle/>
          <a:p>
            <a:pPr algn="ctr"/>
            <a:r>
              <a:rPr sz="1200" b="0">
                <a:solidFill>
                  <a:srgbClr val="5B6B70"/>
                </a:solidFill>
                <a:latin typeface="Calibri"/>
              </a:rPr>
              <a:t>D-Terminer (modèle de langue, GPU), à titre indicatif</a:t>
            </a:r>
          </a:p>
        </p:txBody>
      </p:sp>
      <p:sp>
        <p:nvSpPr>
          <p:cNvPr id="10009" name="Source"/>
          <p:cNvSpPr txBox="1"/>
          <p:nvPr/>
        </p:nvSpPr>
        <p:spPr>
          <a:xfrm>
            <a:off x="548640" y="4023360"/>
            <a:ext cx="8046720" cy="274320"/>
          </a:xfrm>
          <a:prstGeom prst="rect">
            <a:avLst/>
          </a:prstGeom>
          <a:noFill/>
        </p:spPr>
        <p:txBody>
          <a:bodyPr wrap="square" anchor="t" lIns="0" rIns="0" tIns="0" bIns="0">
            <a:spAutoFit/>
          </a:bodyPr>
          <a:lstStyle/>
          <a:p>
            <a:pPr algn="l"/>
            <a:r>
              <a:rPr sz="1000" b="0">
                <a:solidFill>
                  <a:srgbClr val="5B6B70"/>
                </a:solidFill>
                <a:latin typeface="Calibri"/>
              </a:rPr>
              <a:t>PositionRank, micro-moyenne sur les 8 combinaisons domaine × langue, évaluation mot par mot (token-level) — mesures du 9 octobre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8046720" cy="548640"/>
          </a:xfrm>
        </p:spPr>
        <p:txBody>
          <a:bodyPr wrap="square" lIns="0" rIns="0" tIns="0" bIns="0"/>
          <a:lstStyle/>
          <a:p>
            <a:r>
              <a:rPr sz="2800" b="1">
                <a:solidFill>
                  <a:srgbClr val="12343B"/>
                </a:solidFill>
                <a:latin typeface="Cambria"/>
              </a:rPr>
              <a:t>Embed : les suggestions les plus fiables</a:t>
            </a:r>
          </a:p>
        </p:txBody>
      </p:sp>
      <p:sp>
        <p:nvSpPr>
          <p:cNvPr id="9999" name="Numéro de diapositive"/>
          <p:cNvSpPr>
            <a:spLocks noGrp="1"/>
          </p:cNvSpPr>
          <p:nvPr>
            <p:ph type="sldNum" idx="9"/>
          </p:nvPr>
        </p:nvSpPr>
        <p:spPr>
          <a:xfrm>
            <a:off x="8138160" y="4754880"/>
            <a:ext cx="456840" cy="228240"/>
          </a:xfrm>
          <a:prstGeom prst="rect">
            <a:avLst/>
          </a:prstGeom>
          <a:noFill/>
        </p:spPr>
        <p:txBody>
          <a:bodyPr lIns="0" tIns="0" rIns="0" bIns="0" anchor="t">
            <a:noAutofit/>
          </a:bodyPr>
          <a:lstStyle/>
          <a:p>
            <a:pPr algn="r"/>
            <a:fld id="{BD72BB8C-084F-414C-B2D6-4A9D24DF87B6}" type="slidenum">
              <a:rPr lang="fr-FR" sz="900">
                <a:solidFill>
                  <a:srgbClr val="5B6B70"/>
                </a:solidFill>
                <a:latin typeface="Calibri"/>
              </a:rPr>
              <a:t>‹N°›</a:t>
            </a:fld>
          </a:p>
        </p:txBody>
      </p:sp>
      <p:sp>
        <p:nvSpPr>
          <p:cNvPr id="10000" name="Label graphique"/>
          <p:cNvSpPr txBox="1"/>
          <p:nvPr/>
        </p:nvSpPr>
        <p:spPr>
          <a:xfrm>
            <a:off x="731520" y="1325880"/>
            <a:ext cx="4480560" cy="228600"/>
          </a:xfrm>
          <a:prstGeom prst="rect">
            <a:avLst/>
          </a:prstGeom>
          <a:noFill/>
        </p:spPr>
        <p:txBody>
          <a:bodyPr wrap="square" anchor="t" lIns="0" rIns="0" tIns="0" bIns="0">
            <a:spAutoFit/>
          </a:bodyPr>
          <a:lstStyle/>
          <a:p>
            <a:pPr algn="l"/>
            <a:r>
              <a:rPr sz="900" b="1">
                <a:solidFill>
                  <a:srgbClr val="2F7F86"/>
                </a:solidFill>
                <a:latin typeface="Calibri"/>
              </a:rPr>
              <a:t>PART DE SUGGESTIONS JUSTES · MÊME NOMBRE QUE TERMSUITE</a:t>
            </a:r>
          </a:p>
        </p:txBody>
      </p:sp>
      <p:graphicFrame>
        <p:nvGraphicFramePr>
          <p:cNvPr id="10001" name="Graphique embed contre TermSuite"/>
          <p:cNvGraphicFramePr>
            <a:graphicFrameLocks noGrp="1"/>
          </p:cNvGraphicFramePr>
          <p:nvPr/>
        </p:nvGraphicFramePr>
        <p:xfrm>
          <a:off x="640080" y="1600200"/>
          <a:ext cx="4663440" cy="2834640"/>
        </p:xfrm>
        <a:graphic>
          <a:graphicData uri="http://schemas.openxmlformats.org/drawingml/2006/chart">
            <c:chart xmlns:c="http://schemas.openxmlformats.org/drawingml/2006/chart" r:id="rId2"/>
          </a:graphicData>
        </a:graphic>
      </p:graphicFrame>
      <p:sp>
        <p:nvSpPr>
          <p:cNvPr id="10002" name="Label essentiel"/>
          <p:cNvSpPr txBox="1"/>
          <p:nvPr/>
        </p:nvSpPr>
        <p:spPr>
          <a:xfrm>
            <a:off x="5760720" y="1280160"/>
            <a:ext cx="2834640" cy="228600"/>
          </a:xfrm>
          <a:prstGeom prst="rect">
            <a:avLst/>
          </a:prstGeom>
          <a:noFill/>
        </p:spPr>
        <p:txBody>
          <a:bodyPr wrap="square" anchor="t" lIns="0" rIns="0" tIns="0" bIns="0">
            <a:spAutoFit/>
          </a:bodyPr>
          <a:lstStyle/>
          <a:p>
            <a:pPr algn="l"/>
            <a:r>
              <a:rPr sz="900" b="1">
                <a:solidFill>
                  <a:srgbClr val="2F7F86"/>
                </a:solidFill>
                <a:latin typeface="Calibri"/>
              </a:rPr>
              <a:t>L'ESSENTIEL</a:t>
            </a:r>
          </a:p>
        </p:txBody>
      </p:sp>
      <p:sp>
        <p:nvSpPr>
          <p:cNvPr id="10003" name="Puce essentiel 1"/>
          <p:cNvSpPr/>
          <p:nvPr/>
        </p:nvSpPr>
        <p:spPr>
          <a:xfrm>
            <a:off x="5760720" y="1618488"/>
            <a:ext cx="292608" cy="292608"/>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004" name="Point 1"/>
          <p:cNvSpPr txBox="1"/>
          <p:nvPr/>
        </p:nvSpPr>
        <p:spPr>
          <a:xfrm>
            <a:off x="6172200" y="1600200"/>
            <a:ext cx="2423160" cy="274320"/>
          </a:xfrm>
          <a:prstGeom prst="rect">
            <a:avLst/>
          </a:prstGeom>
          <a:noFill/>
        </p:spPr>
        <p:txBody>
          <a:bodyPr wrap="square" anchor="t" lIns="0" rIns="0" tIns="0" bIns="0">
            <a:spAutoFit/>
          </a:bodyPr>
          <a:lstStyle/>
          <a:p>
            <a:pPr algn="l"/>
            <a:r>
              <a:rPr sz="1300" b="1">
                <a:solidFill>
                  <a:srgbClr val="12343B"/>
                </a:solidFill>
                <a:latin typeface="Cambria"/>
              </a:rPr>
              <a:t>Embed vise juste</a:t>
            </a:r>
          </a:p>
        </p:txBody>
      </p:sp>
      <p:sp>
        <p:nvSpPr>
          <p:cNvPr id="10005" name="Point 1 texte"/>
          <p:cNvSpPr txBox="1"/>
          <p:nvPr/>
        </p:nvSpPr>
        <p:spPr>
          <a:xfrm>
            <a:off x="6172200" y="1874519"/>
            <a:ext cx="2423160" cy="594360"/>
          </a:xfrm>
          <a:prstGeom prst="rect">
            <a:avLst/>
          </a:prstGeom>
          <a:noFill/>
        </p:spPr>
        <p:txBody>
          <a:bodyPr wrap="square" anchor="t" lIns="0" rIns="0" tIns="0" bIns="0">
            <a:spAutoFit/>
          </a:bodyPr>
          <a:lstStyle/>
          <a:p>
            <a:pPr algn="l"/>
            <a:r>
              <a:rPr sz="1100" b="0">
                <a:solidFill>
                  <a:srgbClr val="1F2A2E"/>
                </a:solidFill>
                <a:latin typeface="Calibri"/>
              </a:rPr>
              <a:t>53 % des suggestions de la liste 1 sont justes, contre 39 % pour TermSuite.</a:t>
            </a:r>
          </a:p>
        </p:txBody>
      </p:sp>
      <p:sp>
        <p:nvSpPr>
          <p:cNvPr id="10006" name="Puce essentiel 2"/>
          <p:cNvSpPr/>
          <p:nvPr/>
        </p:nvSpPr>
        <p:spPr>
          <a:xfrm>
            <a:off x="5760720" y="2578608"/>
            <a:ext cx="292608" cy="292608"/>
          </a:xfrm>
          <a:prstGeom prst="ellipse">
            <a:avLst/>
          </a:prstGeom>
          <a:solidFill>
            <a:srgbClr val="2F7F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0007" name="Point 2"/>
          <p:cNvSpPr txBox="1"/>
          <p:nvPr/>
        </p:nvSpPr>
        <p:spPr>
          <a:xfrm>
            <a:off x="6172200" y="2560320"/>
            <a:ext cx="2423160" cy="274320"/>
          </a:xfrm>
          <a:prstGeom prst="rect">
            <a:avLst/>
          </a:prstGeom>
          <a:noFill/>
        </p:spPr>
        <p:txBody>
          <a:bodyPr wrap="square" anchor="t" lIns="0" rIns="0" tIns="0" bIns="0">
            <a:spAutoFit/>
          </a:bodyPr>
          <a:lstStyle/>
          <a:p>
            <a:pPr algn="l"/>
            <a:r>
              <a:rPr sz="1300" b="1">
                <a:solidFill>
                  <a:srgbClr val="12343B"/>
                </a:solidFill>
                <a:latin typeface="Cambria"/>
              </a:rPr>
              <a:t>Et trouve plus de termes</a:t>
            </a:r>
          </a:p>
        </p:txBody>
      </p:sp>
      <p:sp>
        <p:nvSpPr>
          <p:cNvPr id="10008" name="Point 2 texte"/>
          <p:cNvSpPr txBox="1"/>
          <p:nvPr/>
        </p:nvSpPr>
        <p:spPr>
          <a:xfrm>
            <a:off x="6172200" y="2834639"/>
            <a:ext cx="2423160" cy="594360"/>
          </a:xfrm>
          <a:prstGeom prst="rect">
            <a:avLst/>
          </a:prstGeom>
          <a:noFill/>
        </p:spPr>
        <p:txBody>
          <a:bodyPr wrap="square" anchor="t" lIns="0" rIns="0" tIns="0" bIns="0">
            <a:spAutoFit/>
          </a:bodyPr>
          <a:lstStyle/>
          <a:p>
            <a:pPr algn="l"/>
            <a:r>
              <a:rPr sz="1100" b="0">
                <a:solidFill>
                  <a:srgbClr val="1F2A2E"/>
                </a:solidFill>
                <a:latin typeface="Calibri"/>
              </a:rPr>
              <a:t>À nombre égal : 521 termes justes contre 385 pour TermSuite.</a:t>
            </a:r>
          </a:p>
        </p:txBody>
      </p:sp>
      <p:sp>
        <p:nvSpPr>
          <p:cNvPr id="10009" name="Puce essentiel 3"/>
          <p:cNvSpPr/>
          <p:nvPr/>
        </p:nvSpPr>
        <p:spPr>
          <a:xfrm>
            <a:off x="5760720" y="3538727"/>
            <a:ext cx="292608" cy="292608"/>
          </a:xfrm>
          <a:prstGeom prst="ellipse">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0010" name="Point 3"/>
          <p:cNvSpPr txBox="1"/>
          <p:nvPr/>
        </p:nvSpPr>
        <p:spPr>
          <a:xfrm>
            <a:off x="6172200" y="3520439"/>
            <a:ext cx="2423160" cy="274320"/>
          </a:xfrm>
          <a:prstGeom prst="rect">
            <a:avLst/>
          </a:prstGeom>
          <a:noFill/>
        </p:spPr>
        <p:txBody>
          <a:bodyPr wrap="square" anchor="t" lIns="0" rIns="0" tIns="0" bIns="0">
            <a:spAutoFit/>
          </a:bodyPr>
          <a:lstStyle/>
          <a:p>
            <a:pPr algn="l"/>
            <a:r>
              <a:rPr sz="1300" b="1">
                <a:solidFill>
                  <a:srgbClr val="12343B"/>
                </a:solidFill>
                <a:latin typeface="Cambria"/>
              </a:rPr>
              <a:t>Le curateur gagne avec embed</a:t>
            </a:r>
          </a:p>
        </p:txBody>
      </p:sp>
      <p:sp>
        <p:nvSpPr>
          <p:cNvPr id="10011" name="Point 3 texte"/>
          <p:cNvSpPr txBox="1"/>
          <p:nvPr/>
        </p:nvSpPr>
        <p:spPr>
          <a:xfrm>
            <a:off x="6172200" y="3794759"/>
            <a:ext cx="2423160" cy="594360"/>
          </a:xfrm>
          <a:prstGeom prst="rect">
            <a:avLst/>
          </a:prstGeom>
          <a:noFill/>
        </p:spPr>
        <p:txBody>
          <a:bodyPr wrap="square" anchor="t" lIns="0" rIns="0" tIns="0" bIns="0">
            <a:spAutoFit/>
          </a:bodyPr>
          <a:lstStyle/>
          <a:p>
            <a:pPr algn="l"/>
            <a:r>
              <a:rPr sz="1100" b="0">
                <a:solidFill>
                  <a:srgbClr val="1F2A2E"/>
                </a:solidFill>
                <a:latin typeface="Calibri"/>
              </a:rPr>
              <a:t>Il valide chaque suggestion : peu de bruit compte plus que l'exhaustivité.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8046720" cy="548640"/>
          </a:xfrm>
        </p:spPr>
        <p:txBody>
          <a:bodyPr wrap="square" lIns="0" rIns="0" tIns="0" bIns="0"/>
          <a:lstStyle/>
          <a:p>
            <a:r>
              <a:rPr sz="2800" b="1">
                <a:solidFill>
                  <a:srgbClr val="12343B"/>
                </a:solidFill>
                <a:latin typeface="Cambria"/>
              </a:rPr>
              <a:t>Passage à l'échelle : RevueESR</a:t>
            </a:r>
          </a:p>
        </p:txBody>
      </p:sp>
      <p:sp>
        <p:nvSpPr>
          <p:cNvPr id="9999" name="Numéro de diapositive"/>
          <p:cNvSpPr>
            <a:spLocks noGrp="1"/>
          </p:cNvSpPr>
          <p:nvPr>
            <p:ph type="sldNum" idx="8"/>
          </p:nvPr>
        </p:nvSpPr>
        <p:spPr>
          <a:xfrm>
            <a:off x="8138160" y="4754880"/>
            <a:ext cx="456840" cy="228240"/>
          </a:xfrm>
          <a:prstGeom prst="rect">
            <a:avLst/>
          </a:prstGeom>
          <a:noFill/>
        </p:spPr>
        <p:txBody>
          <a:bodyPr lIns="0" tIns="0" rIns="0" bIns="0" anchor="t">
            <a:noAutofit/>
          </a:bodyPr>
          <a:lstStyle/>
          <a:p>
            <a:pPr algn="r"/>
            <a:fld id="{BD72BB8C-084F-414C-B2D6-4A9D24DF87B6}" type="slidenum">
              <a:rPr lang="fr-FR" sz="900">
                <a:solidFill>
                  <a:srgbClr val="5B6B70"/>
                </a:solidFill>
                <a:latin typeface="Calibri"/>
              </a:rPr>
              <a:t>‹N°›</a:t>
            </a:fld>
          </a:p>
        </p:txBody>
      </p:sp>
      <p:sp>
        <p:nvSpPr>
          <p:cNvPr id="10000" name="Sous-titre"/>
          <p:cNvSpPr txBox="1"/>
          <p:nvPr/>
        </p:nvSpPr>
        <p:spPr>
          <a:xfrm>
            <a:off x="548640" y="914400"/>
            <a:ext cx="8046720" cy="320040"/>
          </a:xfrm>
          <a:prstGeom prst="rect">
            <a:avLst/>
          </a:prstGeom>
          <a:noFill/>
        </p:spPr>
        <p:txBody>
          <a:bodyPr wrap="square" anchor="t" lIns="0" rIns="0" tIns="0" bIns="0">
            <a:spAutoFit/>
          </a:bodyPr>
          <a:lstStyle/>
          <a:p>
            <a:pPr algn="l"/>
            <a:r>
              <a:rPr sz="1300" b="0">
                <a:solidFill>
                  <a:srgbClr val="5B6B70"/>
                </a:solidFill>
                <a:latin typeface="Calibri"/>
              </a:rPr>
              <a:t>1 539 documents, 5,5 millions de tokens, vocabulaire SEN (santé environnementale) — run complet en 25 min</a:t>
            </a:r>
          </a:p>
        </p:txBody>
      </p:sp>
      <p:sp>
        <p:nvSpPr>
          <p:cNvPr id="10001" name="Chiffre 1"/>
          <p:cNvSpPr txBox="1"/>
          <p:nvPr/>
        </p:nvSpPr>
        <p:spPr>
          <a:xfrm>
            <a:off x="548640" y="1828800"/>
            <a:ext cx="1828800" cy="777240"/>
          </a:xfrm>
          <a:prstGeom prst="rect">
            <a:avLst/>
          </a:prstGeom>
          <a:noFill/>
        </p:spPr>
        <p:txBody>
          <a:bodyPr wrap="square" anchor="ctr" lIns="0" rIns="0" tIns="0" bIns="0">
            <a:spAutoFit/>
          </a:bodyPr>
          <a:lstStyle/>
          <a:p>
            <a:pPr algn="ctr"/>
            <a:r>
              <a:rPr sz="3600" b="1">
                <a:solidFill>
                  <a:srgbClr val="D98E04"/>
                </a:solidFill>
                <a:latin typeface="Cambria"/>
              </a:rPr>
              <a:t>36 755</a:t>
            </a:r>
          </a:p>
        </p:txBody>
      </p:sp>
      <p:sp>
        <p:nvSpPr>
          <p:cNvPr id="10002" name="Libellé 1"/>
          <p:cNvSpPr txBox="1"/>
          <p:nvPr/>
        </p:nvSpPr>
        <p:spPr>
          <a:xfrm>
            <a:off x="685800" y="2697480"/>
            <a:ext cx="1554480" cy="914400"/>
          </a:xfrm>
          <a:prstGeom prst="rect">
            <a:avLst/>
          </a:prstGeom>
          <a:noFill/>
        </p:spPr>
        <p:txBody>
          <a:bodyPr wrap="square" anchor="t" lIns="0" rIns="0" tIns="0" bIns="0">
            <a:spAutoFit/>
          </a:bodyPr>
          <a:lstStyle/>
          <a:p>
            <a:pPr algn="ctr"/>
            <a:r>
              <a:rPr sz="1200" b="0">
                <a:solidFill>
                  <a:srgbClr val="FFFFFF"/>
                </a:solidFill>
                <a:latin typeface="Calibri"/>
              </a:rPr>
              <a:t>candidats extraits, dont 243 déjà dans SEN</a:t>
            </a:r>
          </a:p>
        </p:txBody>
      </p:sp>
      <p:sp>
        <p:nvSpPr>
          <p:cNvPr id="10003" name="Chiffre 2"/>
          <p:cNvSpPr txBox="1"/>
          <p:nvPr/>
        </p:nvSpPr>
        <p:spPr>
          <a:xfrm>
            <a:off x="2606040" y="1828800"/>
            <a:ext cx="1828800" cy="777240"/>
          </a:xfrm>
          <a:prstGeom prst="rect">
            <a:avLst/>
          </a:prstGeom>
          <a:noFill/>
        </p:spPr>
        <p:txBody>
          <a:bodyPr wrap="square" anchor="ctr" lIns="0" rIns="0" tIns="0" bIns="0">
            <a:spAutoFit/>
          </a:bodyPr>
          <a:lstStyle/>
          <a:p>
            <a:pPr algn="ctr"/>
            <a:r>
              <a:rPr sz="3600" b="1">
                <a:solidFill>
                  <a:srgbClr val="12343B"/>
                </a:solidFill>
                <a:latin typeface="Cambria"/>
              </a:rPr>
              <a:t>191</a:t>
            </a:r>
          </a:p>
        </p:txBody>
      </p:sp>
      <p:sp>
        <p:nvSpPr>
          <p:cNvPr id="10004" name="Libellé 2"/>
          <p:cNvSpPr txBox="1"/>
          <p:nvPr/>
        </p:nvSpPr>
        <p:spPr>
          <a:xfrm>
            <a:off x="2743200" y="2697480"/>
            <a:ext cx="1554480" cy="914400"/>
          </a:xfrm>
          <a:prstGeom prst="rect">
            <a:avLst/>
          </a:prstGeom>
          <a:noFill/>
        </p:spPr>
        <p:txBody>
          <a:bodyPr wrap="square" anchor="t" lIns="0" rIns="0" tIns="0" bIns="0">
            <a:spAutoFit/>
          </a:bodyPr>
          <a:lstStyle/>
          <a:p>
            <a:pPr algn="ctr"/>
            <a:r>
              <a:rPr sz="1200" b="0">
                <a:solidFill>
                  <a:srgbClr val="5B6B70"/>
                </a:solidFill>
                <a:latin typeface="Calibri"/>
              </a:rPr>
              <a:t>liste 1 · sémantique : proches d'un terme connu</a:t>
            </a:r>
          </a:p>
        </p:txBody>
      </p:sp>
      <p:sp>
        <p:nvSpPr>
          <p:cNvPr id="10005" name="Chiffre 3"/>
          <p:cNvSpPr txBox="1"/>
          <p:nvPr/>
        </p:nvSpPr>
        <p:spPr>
          <a:xfrm>
            <a:off x="4663440" y="1828800"/>
            <a:ext cx="1828800" cy="777240"/>
          </a:xfrm>
          <a:prstGeom prst="rect">
            <a:avLst/>
          </a:prstGeom>
          <a:noFill/>
        </p:spPr>
        <p:txBody>
          <a:bodyPr wrap="square" anchor="ctr" lIns="0" rIns="0" tIns="0" bIns="0">
            <a:spAutoFit/>
          </a:bodyPr>
          <a:lstStyle/>
          <a:p>
            <a:pPr algn="ctr"/>
            <a:r>
              <a:rPr sz="3600" b="1">
                <a:solidFill>
                  <a:srgbClr val="12343B"/>
                </a:solidFill>
                <a:latin typeface="Cambria"/>
              </a:rPr>
              <a:t>660</a:t>
            </a:r>
          </a:p>
        </p:txBody>
      </p:sp>
      <p:sp>
        <p:nvSpPr>
          <p:cNvPr id="10006" name="Libellé 3"/>
          <p:cNvSpPr txBox="1"/>
          <p:nvPr/>
        </p:nvSpPr>
        <p:spPr>
          <a:xfrm>
            <a:off x="4800600" y="2697480"/>
            <a:ext cx="1554480" cy="914400"/>
          </a:xfrm>
          <a:prstGeom prst="rect">
            <a:avLst/>
          </a:prstGeom>
          <a:noFill/>
        </p:spPr>
        <p:txBody>
          <a:bodyPr wrap="square" anchor="t" lIns="0" rIns="0" tIns="0" bIns="0">
            <a:spAutoFit/>
          </a:bodyPr>
          <a:lstStyle/>
          <a:p>
            <a:pPr algn="ctr"/>
            <a:r>
              <a:rPr sz="1200" b="0">
                <a:solidFill>
                  <a:srgbClr val="5B6B70"/>
                </a:solidFill>
                <a:latin typeface="Calibri"/>
              </a:rPr>
              <a:t>liste 2 · structurel : profil de terme important</a:t>
            </a:r>
          </a:p>
        </p:txBody>
      </p:sp>
      <p:sp>
        <p:nvSpPr>
          <p:cNvPr id="10007" name="Chiffre 4"/>
          <p:cNvSpPr txBox="1"/>
          <p:nvPr/>
        </p:nvSpPr>
        <p:spPr>
          <a:xfrm>
            <a:off x="6720840" y="1828800"/>
            <a:ext cx="1828800" cy="777240"/>
          </a:xfrm>
          <a:prstGeom prst="rect">
            <a:avLst/>
          </a:prstGeom>
          <a:noFill/>
        </p:spPr>
        <p:txBody>
          <a:bodyPr wrap="square" anchor="ctr" lIns="0" rIns="0" tIns="0" bIns="0">
            <a:spAutoFit/>
          </a:bodyPr>
          <a:lstStyle/>
          <a:p>
            <a:pPr algn="ctr"/>
            <a:r>
              <a:rPr sz="3600" b="1">
                <a:solidFill>
                  <a:srgbClr val="12343B"/>
                </a:solidFill>
                <a:latin typeface="Cambria"/>
              </a:rPr>
              <a:t>3 509</a:t>
            </a:r>
          </a:p>
        </p:txBody>
      </p:sp>
      <p:sp>
        <p:nvSpPr>
          <p:cNvPr id="10008" name="Libellé 4"/>
          <p:cNvSpPr txBox="1"/>
          <p:nvPr/>
        </p:nvSpPr>
        <p:spPr>
          <a:xfrm>
            <a:off x="6858000" y="2697480"/>
            <a:ext cx="1554480" cy="914400"/>
          </a:xfrm>
          <a:prstGeom prst="rect">
            <a:avLst/>
          </a:prstGeom>
          <a:noFill/>
        </p:spPr>
        <p:txBody>
          <a:bodyPr wrap="square" anchor="t" lIns="0" rIns="0" tIns="0" bIns="0">
            <a:spAutoFit/>
          </a:bodyPr>
          <a:lstStyle/>
          <a:p>
            <a:pPr algn="ctr"/>
            <a:r>
              <a:rPr sz="1200" b="0">
                <a:solidFill>
                  <a:srgbClr val="5B6B70"/>
                </a:solidFill>
                <a:latin typeface="Calibri"/>
              </a:rPr>
              <a:t>liste 3 · spécificité : mots rares vs langue courante</a:t>
            </a:r>
          </a:p>
        </p:txBody>
      </p:sp>
      <p:sp>
        <p:nvSpPr>
          <p:cNvPr id="10009" name="Source"/>
          <p:cNvSpPr txBox="1"/>
          <p:nvPr/>
        </p:nvSpPr>
        <p:spPr>
          <a:xfrm>
            <a:off x="548640" y="4023360"/>
            <a:ext cx="8046720" cy="274320"/>
          </a:xfrm>
          <a:prstGeom prst="rect">
            <a:avLst/>
          </a:prstGeom>
          <a:noFill/>
        </p:spPr>
        <p:txBody>
          <a:bodyPr wrap="square" anchor="t" lIns="0" rIns="0" tIns="0" bIns="0">
            <a:spAutoFit/>
          </a:bodyPr>
          <a:lstStyle/>
          <a:p>
            <a:pPr algn="l"/>
            <a:r>
              <a:rPr sz="1000" b="0">
                <a:solidFill>
                  <a:srgbClr val="5B6B70"/>
                </a:solidFill>
                <a:latin typeface="Calibri"/>
              </a:rPr>
              <a:t>Échantillon liste 3 : « intoxication ciguatérique » · « toxicité chimique » · « micro-organismes infectieux » — cohérent avec le domaine du corpus.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8046720" cy="548640"/>
          </a:xfrm>
        </p:spPr>
        <p:txBody>
          <a:bodyPr wrap="square" lIns="0" rIns="0" tIns="0" bIns="0"/>
          <a:lstStyle/>
          <a:p>
            <a:r>
              <a:rPr sz="2800" b="1">
                <a:solidFill>
                  <a:srgbClr val="12343B"/>
                </a:solidFill>
                <a:latin typeface="Cambria"/>
              </a:rPr>
              <a:t>Prochaines étapes</a:t>
            </a:r>
          </a:p>
        </p:txBody>
      </p:sp>
      <p:sp>
        <p:nvSpPr>
          <p:cNvPr id="9999" name="Numéro de diapositive"/>
          <p:cNvSpPr>
            <a:spLocks noGrp="1"/>
          </p:cNvSpPr>
          <p:nvPr>
            <p:ph type="sldNum" idx="7"/>
          </p:nvPr>
        </p:nvSpPr>
        <p:spPr>
          <a:xfrm>
            <a:off x="8138160" y="4754880"/>
            <a:ext cx="456840" cy="228240"/>
          </a:xfrm>
          <a:prstGeom prst="rect">
            <a:avLst/>
          </a:prstGeom>
          <a:noFill/>
        </p:spPr>
        <p:txBody>
          <a:bodyPr lIns="0" tIns="0" rIns="0" bIns="0" anchor="t">
            <a:noAutofit/>
          </a:bodyPr>
          <a:lstStyle/>
          <a:p>
            <a:pPr algn="r"/>
            <a:fld id="{BD72BB8C-084F-414C-B2D6-4A9D24DF87B6}" type="slidenum">
              <a:rPr lang="fr-FR" sz="900">
                <a:solidFill>
                  <a:srgbClr val="5B6B70"/>
                </a:solidFill>
                <a:latin typeface="Calibri"/>
              </a:rPr>
              <a:t>‹N°›</a:t>
            </a:fld>
          </a:p>
        </p:txBody>
      </p:sp>
      <p:sp>
        <p:nvSpPr>
          <p:cNvPr id="10000" name="Label RELEASE"/>
          <p:cNvSpPr txBox="1"/>
          <p:nvPr/>
        </p:nvSpPr>
        <p:spPr>
          <a:xfrm>
            <a:off x="822960" y="2103120"/>
            <a:ext cx="2011680" cy="228600"/>
          </a:xfrm>
          <a:prstGeom prst="rect">
            <a:avLst/>
          </a:prstGeom>
          <a:noFill/>
        </p:spPr>
        <p:txBody>
          <a:bodyPr wrap="square" anchor="t" lIns="0" rIns="0" tIns="0" bIns="0">
            <a:spAutoFit/>
          </a:bodyPr>
          <a:lstStyle/>
          <a:p>
            <a:pPr algn="l"/>
            <a:r>
              <a:rPr sz="1000" b="1">
                <a:solidFill>
                  <a:srgbClr val="2F7F86"/>
                </a:solidFill>
                <a:latin typeface="Calibri"/>
              </a:rPr>
              <a:t>RELEASE</a:t>
            </a:r>
          </a:p>
        </p:txBody>
      </p:sp>
      <p:sp>
        <p:nvSpPr>
          <p:cNvPr id="10001" name="Titre RELEASE"/>
          <p:cNvSpPr txBox="1"/>
          <p:nvPr/>
        </p:nvSpPr>
        <p:spPr>
          <a:xfrm>
            <a:off x="822960" y="2359152"/>
            <a:ext cx="2011680" cy="365760"/>
          </a:xfrm>
          <a:prstGeom prst="rect">
            <a:avLst/>
          </a:prstGeom>
          <a:noFill/>
        </p:spPr>
        <p:txBody>
          <a:bodyPr wrap="square" anchor="t" lIns="0" rIns="0" tIns="0" bIns="0">
            <a:spAutoFit/>
          </a:bodyPr>
          <a:lstStyle/>
          <a:p>
            <a:pPr algn="l"/>
            <a:r>
              <a:rPr sz="1600" b="1">
                <a:solidFill>
                  <a:srgbClr val="12343B"/>
                </a:solidFill>
                <a:latin typeface="Cambria"/>
              </a:rPr>
              <a:t>Tag officiel</a:t>
            </a:r>
          </a:p>
        </p:txBody>
      </p:sp>
      <p:sp>
        <p:nvSpPr>
          <p:cNvPr id="10002" name="Texte RELEASE"/>
          <p:cNvSpPr txBox="1"/>
          <p:nvPr/>
        </p:nvSpPr>
        <p:spPr>
          <a:xfrm>
            <a:off x="822960" y="2788920"/>
            <a:ext cx="2011680" cy="1371600"/>
          </a:xfrm>
          <a:prstGeom prst="rect">
            <a:avLst/>
          </a:prstGeom>
          <a:noFill/>
        </p:spPr>
        <p:txBody>
          <a:bodyPr wrap="square" anchor="t" lIns="0" rIns="0" tIns="0" bIns="0">
            <a:spAutoFit/>
          </a:bodyPr>
          <a:lstStyle/>
          <a:p>
            <a:pPr algn="l"/>
            <a:r>
              <a:rPr sz="1200" b="0">
                <a:solidFill>
                  <a:srgbClr val="1F2A2E"/>
                </a:solidFill>
                <a:latin typeface="Calibri"/>
              </a:rPr>
              <a:t>Finaliser et publier la release 2.0.</a:t>
            </a:r>
          </a:p>
        </p:txBody>
      </p:sp>
      <p:sp>
        <p:nvSpPr>
          <p:cNvPr id="10003" name="Label PERFORMANCE"/>
          <p:cNvSpPr txBox="1"/>
          <p:nvPr/>
        </p:nvSpPr>
        <p:spPr>
          <a:xfrm>
            <a:off x="3566160" y="2103120"/>
            <a:ext cx="2011680" cy="228600"/>
          </a:xfrm>
          <a:prstGeom prst="rect">
            <a:avLst/>
          </a:prstGeom>
          <a:noFill/>
        </p:spPr>
        <p:txBody>
          <a:bodyPr wrap="square" anchor="t" lIns="0" rIns="0" tIns="0" bIns="0">
            <a:spAutoFit/>
          </a:bodyPr>
          <a:lstStyle/>
          <a:p>
            <a:pPr algn="l"/>
            <a:r>
              <a:rPr sz="1000" b="1">
                <a:solidFill>
                  <a:srgbClr val="D98E04"/>
                </a:solidFill>
                <a:latin typeface="Calibri"/>
              </a:rPr>
              <a:t>PERFORMANCE</a:t>
            </a:r>
          </a:p>
        </p:txBody>
      </p:sp>
      <p:sp>
        <p:nvSpPr>
          <p:cNvPr id="10004" name="Titre PERFORMANCE"/>
          <p:cNvSpPr txBox="1"/>
          <p:nvPr/>
        </p:nvSpPr>
        <p:spPr>
          <a:xfrm>
            <a:off x="3566160" y="2359152"/>
            <a:ext cx="2011680" cy="365760"/>
          </a:xfrm>
          <a:prstGeom prst="rect">
            <a:avLst/>
          </a:prstGeom>
          <a:noFill/>
        </p:spPr>
        <p:txBody>
          <a:bodyPr wrap="square" anchor="t" lIns="0" rIns="0" tIns="0" bIns="0">
            <a:spAutoFit/>
          </a:bodyPr>
          <a:lstStyle/>
          <a:p>
            <a:pPr algn="l"/>
            <a:r>
              <a:rPr sz="1600" b="1">
                <a:solidFill>
                  <a:srgbClr val="FFFFFF"/>
                </a:solidFill>
                <a:latin typeface="Cambria"/>
              </a:rPr>
              <a:t>Gros corpus</a:t>
            </a:r>
          </a:p>
        </p:txBody>
      </p:sp>
      <p:sp>
        <p:nvSpPr>
          <p:cNvPr id="10005" name="Texte PERFORMANCE"/>
          <p:cNvSpPr txBox="1"/>
          <p:nvPr/>
        </p:nvSpPr>
        <p:spPr>
          <a:xfrm>
            <a:off x="3566160" y="2788920"/>
            <a:ext cx="2011680" cy="1371600"/>
          </a:xfrm>
          <a:prstGeom prst="rect">
            <a:avLst/>
          </a:prstGeom>
          <a:noFill/>
        </p:spPr>
        <p:txBody>
          <a:bodyPr wrap="square" anchor="t" lIns="0" rIns="0" tIns="0" bIns="0">
            <a:spAutoFit/>
          </a:bodyPr>
          <a:lstStyle/>
          <a:p>
            <a:pPr algn="l"/>
            <a:r>
              <a:rPr sz="1200" b="0">
                <a:solidFill>
                  <a:srgbClr val="FFFFFF"/>
                </a:solidFill>
                <a:latin typeface="Calibri"/>
              </a:rPr>
              <a:t>Fiabiliser la détection de variantes sur les très gros volumes.</a:t>
            </a:r>
          </a:p>
        </p:txBody>
      </p:sp>
      <p:sp>
        <p:nvSpPr>
          <p:cNvPr id="10006" name="Label GUIDER"/>
          <p:cNvSpPr txBox="1"/>
          <p:nvPr/>
        </p:nvSpPr>
        <p:spPr>
          <a:xfrm>
            <a:off x="6309360" y="2103120"/>
            <a:ext cx="2011680" cy="228600"/>
          </a:xfrm>
          <a:prstGeom prst="rect">
            <a:avLst/>
          </a:prstGeom>
          <a:noFill/>
        </p:spPr>
        <p:txBody>
          <a:bodyPr wrap="square" anchor="t" lIns="0" rIns="0" tIns="0" bIns="0">
            <a:spAutoFit/>
          </a:bodyPr>
          <a:lstStyle/>
          <a:p>
            <a:pPr algn="l"/>
            <a:r>
              <a:rPr sz="1000" b="1">
                <a:solidFill>
                  <a:srgbClr val="2F7F86"/>
                </a:solidFill>
                <a:latin typeface="Calibri"/>
              </a:rPr>
              <a:t>GUIDER</a:t>
            </a:r>
          </a:p>
        </p:txBody>
      </p:sp>
      <p:sp>
        <p:nvSpPr>
          <p:cNvPr id="10007" name="Titre GUIDER"/>
          <p:cNvSpPr txBox="1"/>
          <p:nvPr/>
        </p:nvSpPr>
        <p:spPr>
          <a:xfrm>
            <a:off x="6309360" y="2359152"/>
            <a:ext cx="2011680" cy="365760"/>
          </a:xfrm>
          <a:prstGeom prst="rect">
            <a:avLst/>
          </a:prstGeom>
          <a:noFill/>
        </p:spPr>
        <p:txBody>
          <a:bodyPr wrap="square" anchor="t" lIns="0" rIns="0" tIns="0" bIns="0">
            <a:spAutoFit/>
          </a:bodyPr>
          <a:lstStyle/>
          <a:p>
            <a:pPr algn="l"/>
            <a:r>
              <a:rPr sz="1600" b="1">
                <a:solidFill>
                  <a:srgbClr val="12343B"/>
                </a:solidFill>
                <a:latin typeface="Cambria"/>
              </a:rPr>
              <a:t>Guide du curateur</a:t>
            </a:r>
          </a:p>
        </p:txBody>
      </p:sp>
      <p:sp>
        <p:nvSpPr>
          <p:cNvPr id="10008" name="Texte GUIDER"/>
          <p:cNvSpPr txBox="1"/>
          <p:nvPr/>
        </p:nvSpPr>
        <p:spPr>
          <a:xfrm>
            <a:off x="6309360" y="2788920"/>
            <a:ext cx="2011680" cy="1371600"/>
          </a:xfrm>
          <a:prstGeom prst="rect">
            <a:avLst/>
          </a:prstGeom>
          <a:noFill/>
        </p:spPr>
        <p:txBody>
          <a:bodyPr wrap="square" anchor="t" lIns="0" rIns="0" tIns="0" bIns="0">
            <a:spAutoFit/>
          </a:bodyPr>
          <a:lstStyle/>
          <a:p>
            <a:pPr algn="l"/>
            <a:r>
              <a:rPr sz="1200" b="0">
                <a:solidFill>
                  <a:srgbClr val="1F2A2E"/>
                </a:solidFill>
                <a:latin typeface="Calibri"/>
              </a:rPr>
              <a:t>Déjà rédigé, prêt à l'usage dès aujourd'hui.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1188720"/>
            <a:ext cx="5029200" cy="1005840"/>
          </a:xfrm>
        </p:spPr>
        <p:txBody>
          <a:bodyPr wrap="square" lIns="0" rIns="0" tIns="0" bIns="0"/>
          <a:lstStyle/>
          <a:p>
            <a:r>
              <a:rPr sz="3600" b="1">
                <a:solidFill>
                  <a:srgbClr val="FFFFFF"/>
                </a:solidFill>
                <a:latin typeface="Cambria"/>
              </a:rPr>
              <a:t>Merci</a:t>
            </a:r>
          </a:p>
        </p:txBody>
      </p:sp>
      <p:sp>
        <p:nvSpPr>
          <p:cNvPr id="3" name="Sous-titre"/>
          <p:cNvSpPr txBox="1"/>
          <p:nvPr/>
        </p:nvSpPr>
        <p:spPr>
          <a:xfrm>
            <a:off x="548640" y="2240280"/>
            <a:ext cx="4846320" cy="365760"/>
          </a:xfrm>
          <a:prstGeom prst="rect">
            <a:avLst/>
          </a:prstGeom>
          <a:noFill/>
        </p:spPr>
        <p:txBody>
          <a:bodyPr wrap="square" anchor="t" lIns="0" rIns="0" tIns="0" bIns="0">
            <a:spAutoFit/>
          </a:bodyPr>
          <a:lstStyle/>
          <a:p>
            <a:pPr algn="l"/>
            <a:r>
              <a:rPr sz="1600" b="0">
                <a:solidFill>
                  <a:srgbClr val="E4F0EE"/>
                </a:solidFill>
                <a:latin typeface="Calibri"/>
              </a:rPr>
              <a:t>Questions et échanges</a:t>
            </a:r>
          </a:p>
        </p:txBody>
      </p:sp>
      <p:sp>
        <p:nvSpPr>
          <p:cNvPr id="4" name="Contact"/>
          <p:cNvSpPr txBox="1"/>
          <p:nvPr/>
        </p:nvSpPr>
        <p:spPr>
          <a:xfrm>
            <a:off x="548640" y="3383280"/>
            <a:ext cx="4572000" cy="731520"/>
          </a:xfrm>
          <a:prstGeom prst="rect">
            <a:avLst/>
          </a:prstGeom>
          <a:noFill/>
        </p:spPr>
        <p:txBody>
          <a:bodyPr wrap="square" anchor="t" lIns="0" rIns="0" tIns="0" bIns="0">
            <a:spAutoFit/>
          </a:bodyPr>
          <a:lstStyle/>
          <a:p>
            <a:pPr algn="l"/>
            <a:r>
              <a:rPr sz="1400" b="1">
                <a:solidFill>
                  <a:srgbClr val="D98E04"/>
                </a:solidFill>
                <a:latin typeface="Calibri"/>
              </a:rPr>
              <a:t>Service ReLM · INIST-CNRS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Collabora_Office/25.04.11.3$Linux_X86_64 LibreOffice_project/fcd27e92423bc48e8424a181f54405504d3ba72b</Application>
  <AppVersion>15.0000</AppVersion>
  <Words>270</Words>
  <Paragraphs>120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2026-09-28T09:53:20Z</dcterms:created>
  <dc:creator>PptxGenJS</dc:creator>
  <dc:description/>
  <dc:language>fr-FR</dc:language>
  <cp:lastModifiedBy/>
  <dcterms:modified xsi:type="dcterms:W3CDTF">2026-09-28T14:51:10Z</dcterms:modified>
  <cp:revision>7</cp:revision>
  <dc:subject>PptxGenJS Presentation</dc:subject>
  <dc:title>Modèle Loterre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12</vt:i4>
  </property>
  <property fmtid="{D5CDD505-2E9C-101B-9397-08002B2CF9AE}" pid="3" name="PresentationFormat">
    <vt:lpwstr>Affichage à l'écran (16:9)</vt:lpwstr>
  </property>
  <property fmtid="{D5CDD505-2E9C-101B-9397-08002B2CF9AE}" pid="4" name="Slides">
    <vt:i4>12</vt:i4>
  </property>
</Properties>
</file>